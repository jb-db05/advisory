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8"/>
  </p:notesMasterIdLst>
  <p:handoutMasterIdLst>
    <p:handoutMasterId r:id="rId9"/>
  </p:handoutMasterIdLst>
  <p:sldIdLst>
    <p:sldId id="2147377545" r:id="rId5"/>
    <p:sldId id="2147377546" r:id="rId6"/>
    <p:sldId id="2147377547" r:id="rId7"/>
  </p:sldIdLst>
  <p:sldSz cx="10691813" cy="7559675"/>
  <p:notesSz cx="6797675" cy="9926638"/>
  <p:custDataLst>
    <p:tags r:id="rId10"/>
  </p:custDataLst>
  <p:defaultTextStyle>
    <a:defPPr>
      <a:defRPr lang="en-US"/>
    </a:defPPr>
    <a:lvl1pPr marL="0" algn="l" defTabSz="457129" rtl="0" eaLnBrk="1" latinLnBrk="0" hangingPunct="1">
      <a:defRPr sz="1800" kern="1200">
        <a:solidFill>
          <a:schemeClr val="tx1"/>
        </a:solidFill>
        <a:latin typeface="+mn-lt"/>
        <a:ea typeface="+mn-ea"/>
        <a:cs typeface="+mn-cs"/>
      </a:defRPr>
    </a:lvl1pPr>
    <a:lvl2pPr marL="457129" algn="l" defTabSz="457129" rtl="0" eaLnBrk="1" latinLnBrk="0" hangingPunct="1">
      <a:defRPr sz="1800" kern="1200">
        <a:solidFill>
          <a:schemeClr val="tx1"/>
        </a:solidFill>
        <a:latin typeface="+mn-lt"/>
        <a:ea typeface="+mn-ea"/>
        <a:cs typeface="+mn-cs"/>
      </a:defRPr>
    </a:lvl2pPr>
    <a:lvl3pPr marL="914261" algn="l" defTabSz="457129" rtl="0" eaLnBrk="1" latinLnBrk="0" hangingPunct="1">
      <a:defRPr sz="1800" kern="1200">
        <a:solidFill>
          <a:schemeClr val="tx1"/>
        </a:solidFill>
        <a:latin typeface="+mn-lt"/>
        <a:ea typeface="+mn-ea"/>
        <a:cs typeface="+mn-cs"/>
      </a:defRPr>
    </a:lvl3pPr>
    <a:lvl4pPr marL="1371389" algn="l" defTabSz="457129" rtl="0" eaLnBrk="1" latinLnBrk="0" hangingPunct="1">
      <a:defRPr sz="1800" kern="1200">
        <a:solidFill>
          <a:schemeClr val="tx1"/>
        </a:solidFill>
        <a:latin typeface="+mn-lt"/>
        <a:ea typeface="+mn-ea"/>
        <a:cs typeface="+mn-cs"/>
      </a:defRPr>
    </a:lvl4pPr>
    <a:lvl5pPr marL="1828519" algn="l" defTabSz="457129" rtl="0" eaLnBrk="1" latinLnBrk="0" hangingPunct="1">
      <a:defRPr sz="1800" kern="1200">
        <a:solidFill>
          <a:schemeClr val="tx1"/>
        </a:solidFill>
        <a:latin typeface="+mn-lt"/>
        <a:ea typeface="+mn-ea"/>
        <a:cs typeface="+mn-cs"/>
      </a:defRPr>
    </a:lvl5pPr>
    <a:lvl6pPr marL="2285649" algn="l" defTabSz="457129" rtl="0" eaLnBrk="1" latinLnBrk="0" hangingPunct="1">
      <a:defRPr sz="1800" kern="1200">
        <a:solidFill>
          <a:schemeClr val="tx1"/>
        </a:solidFill>
        <a:latin typeface="+mn-lt"/>
        <a:ea typeface="+mn-ea"/>
        <a:cs typeface="+mn-cs"/>
      </a:defRPr>
    </a:lvl6pPr>
    <a:lvl7pPr marL="2742778" algn="l" defTabSz="457129" rtl="0" eaLnBrk="1" latinLnBrk="0" hangingPunct="1">
      <a:defRPr sz="1800" kern="1200">
        <a:solidFill>
          <a:schemeClr val="tx1"/>
        </a:solidFill>
        <a:latin typeface="+mn-lt"/>
        <a:ea typeface="+mn-ea"/>
        <a:cs typeface="+mn-cs"/>
      </a:defRPr>
    </a:lvl7pPr>
    <a:lvl8pPr marL="3199907" algn="l" defTabSz="457129" rtl="0" eaLnBrk="1" latinLnBrk="0" hangingPunct="1">
      <a:defRPr sz="1800" kern="1200">
        <a:solidFill>
          <a:schemeClr val="tx1"/>
        </a:solidFill>
        <a:latin typeface="+mn-lt"/>
        <a:ea typeface="+mn-ea"/>
        <a:cs typeface="+mn-cs"/>
      </a:defRPr>
    </a:lvl8pPr>
    <a:lvl9pPr marL="3657037" algn="l" defTabSz="457129"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774" userDrawn="1">
          <p15:clr>
            <a:srgbClr val="A4A3A4"/>
          </p15:clr>
        </p15:guide>
        <p15:guide id="2" orient="horz" pos="240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adet, Clara (GVA-WSW)" initials="CC(W" lastIdx="0" clrIdx="1"/>
  <p:cmAuthor id="1" name="Hugo Lestiboudois SCA" initials="HLS" lastIdx="0" clrIdx="2"/>
  <p:cmAuthor id="2" name="Philippe Turrian" initials="PT" lastIdx="0" clrIdx="3"/>
  <p:cmAuthor id="3" name="Antoine Denis" initials="AD" lastIdx="0" clrIdx="4"/>
  <p:cmAuthor id="4" name="Richard Byworth SCA" initials="RBS" lastIdx="0" clrIdx="5"/>
  <p:cmAuthor id="5" name="Kevin Morrison" initials="KM" lastIdx="0" clrIdx="6"/>
  <p:cmAuthor id="6" name="Daudre-Vignier, Alphonse (GVA-WSW)" initials="AD" lastIdx="0" clrIdx="7"/>
  <p:cmAuthor id="7" name="Diellza Kolloni" initials="DK" lastIdx="0" clrIdx="8"/>
  <p:cmAuthor id="8" name="Achille Touchais SCA" initials="AS" lastIdx="0" clrIdx="9"/>
  <p:cmAuthor id="9" name="Gabrielle Slavik" initials="GS" lastIdx="0" clrIdx="10"/>
  <p:cmAuthor id="10" name="Pablo Perez SCA" initials="PPS" lastIdx="0" clrIdx="11"/>
  <p:cmAuthor id="11" name="Marc Syz SCA" initials="MSS" lastIdx="0" clrIdx="12"/>
  <p:cmAuthor id="12" name="Eric Syz" initials="ES" lastIdx="0" clrIdx="13"/>
  <p:cmAuthor id="13" name="Solal Dubois du Nilac" initials="SDdN" lastIdx="0" clrIdx="14"/>
  <p:cmAuthor id="14" name="Fabian Gebhardt SCA" initials="FGS" lastIdx="0" clrIdx="15"/>
  <p:cmAuthor id="15" name="Olivier Maurice SCA" initials="OMS" lastIdx="0" clrIdx="16"/>
  <p:cmAuthor id="16" name="Milena Dold SCA" initials="MDS" lastIdx="0" clrIdx="17"/>
  <p:cmAuthor id="17" name="Martu Germinario Rodriguez" initials="MGR" lastIdx="0" clrIdx="18"/>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F3F9CC-0DA8-46A9-9686-F01AD3C350C7}" v="2" dt="2025-12-19T11:10:13.9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723"/>
  </p:normalViewPr>
  <p:slideViewPr>
    <p:cSldViewPr snapToGrid="0">
      <p:cViewPr varScale="1">
        <p:scale>
          <a:sx n="67" d="100"/>
          <a:sy n="67" d="100"/>
        </p:scale>
        <p:origin x="84" y="56"/>
      </p:cViewPr>
      <p:guideLst>
        <p:guide pos="4774"/>
        <p:guide orient="horz" pos="2404"/>
      </p:guideLst>
    </p:cSldViewPr>
  </p:slideViewPr>
  <p:notesTextViewPr>
    <p:cViewPr>
      <p:scale>
        <a:sx n="1" d="1"/>
        <a:sy n="1" d="1"/>
      </p:scale>
      <p:origin x="0" y="0"/>
    </p:cViewPr>
  </p:notesTextViewPr>
  <p:notesViewPr>
    <p:cSldViewPr snapToGrid="0">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89FB62C-34C7-C950-6EDA-37D4080E2E27}"/>
              </a:ext>
            </a:extLst>
          </p:cNvPr>
          <p:cNvSpPr>
            <a:spLocks noGrp="1"/>
          </p:cNvSpPr>
          <p:nvPr>
            <p:ph type="hdr" sz="quarter"/>
          </p:nvPr>
        </p:nvSpPr>
        <p:spPr>
          <a:xfrm>
            <a:off x="1" y="0"/>
            <a:ext cx="2945659" cy="498056"/>
          </a:xfrm>
          <a:prstGeom prst="rect">
            <a:avLst/>
          </a:prstGeom>
        </p:spPr>
        <p:txBody>
          <a:bodyPr vert="horz" lIns="91440" tIns="45720" rIns="91440" bIns="45720" rtlCol="0"/>
          <a:lstStyle>
            <a:lvl1pPr algn="l">
              <a:defRPr sz="1200"/>
            </a:lvl1pPr>
          </a:lstStyle>
          <a:p>
            <a:endParaRPr lang="fr-CH"/>
          </a:p>
        </p:txBody>
      </p:sp>
      <p:sp>
        <p:nvSpPr>
          <p:cNvPr id="3" name="Date Placeholder 2">
            <a:extLst>
              <a:ext uri="{FF2B5EF4-FFF2-40B4-BE49-F238E27FC236}">
                <a16:creationId xmlns:a16="http://schemas.microsoft.com/office/drawing/2014/main" id="{F81EFBB5-D2A0-3F2F-F8A6-3BE73464E49A}"/>
              </a:ext>
            </a:extLst>
          </p:cNvPr>
          <p:cNvSpPr>
            <a:spLocks noGrp="1"/>
          </p:cNvSpPr>
          <p:nvPr>
            <p:ph type="dt" sz="quarter" idx="1"/>
          </p:nvPr>
        </p:nvSpPr>
        <p:spPr>
          <a:xfrm>
            <a:off x="3850444" y="0"/>
            <a:ext cx="2945659" cy="498056"/>
          </a:xfrm>
          <a:prstGeom prst="rect">
            <a:avLst/>
          </a:prstGeom>
        </p:spPr>
        <p:txBody>
          <a:bodyPr vert="horz" lIns="91440" tIns="45720" rIns="91440" bIns="45720" rtlCol="0"/>
          <a:lstStyle>
            <a:lvl1pPr algn="r">
              <a:defRPr sz="1200"/>
            </a:lvl1pPr>
          </a:lstStyle>
          <a:p>
            <a:fld id="{3531B123-D5C2-46AB-84D1-B3439C6E55E4}" type="datetimeFigureOut">
              <a:rPr lang="fr-CH" smtClean="0"/>
              <a:t>22.09.2026</a:t>
            </a:fld>
            <a:endParaRPr lang="fr-CH"/>
          </a:p>
        </p:txBody>
      </p:sp>
      <p:sp>
        <p:nvSpPr>
          <p:cNvPr id="4" name="Footer Placeholder 3">
            <a:extLst>
              <a:ext uri="{FF2B5EF4-FFF2-40B4-BE49-F238E27FC236}">
                <a16:creationId xmlns:a16="http://schemas.microsoft.com/office/drawing/2014/main" id="{B96C4A39-9384-3942-F077-81E7BB567B49}"/>
              </a:ext>
            </a:extLst>
          </p:cNvPr>
          <p:cNvSpPr>
            <a:spLocks noGrp="1"/>
          </p:cNvSpPr>
          <p:nvPr>
            <p:ph type="ftr" sz="quarter" idx="2"/>
          </p:nvPr>
        </p:nvSpPr>
        <p:spPr>
          <a:xfrm>
            <a:off x="1" y="9428585"/>
            <a:ext cx="2945659" cy="498055"/>
          </a:xfrm>
          <a:prstGeom prst="rect">
            <a:avLst/>
          </a:prstGeom>
        </p:spPr>
        <p:txBody>
          <a:bodyPr vert="horz" lIns="91440" tIns="45720" rIns="91440" bIns="45720" rtlCol="0" anchor="b"/>
          <a:lstStyle>
            <a:lvl1pPr algn="l">
              <a:defRPr sz="1200"/>
            </a:lvl1pPr>
          </a:lstStyle>
          <a:p>
            <a:endParaRPr lang="fr-CH"/>
          </a:p>
        </p:txBody>
      </p:sp>
      <p:sp>
        <p:nvSpPr>
          <p:cNvPr id="5" name="Slide Number Placeholder 4">
            <a:extLst>
              <a:ext uri="{FF2B5EF4-FFF2-40B4-BE49-F238E27FC236}">
                <a16:creationId xmlns:a16="http://schemas.microsoft.com/office/drawing/2014/main" id="{86DE8807-C32A-5172-B001-63D1D854AC46}"/>
              </a:ext>
            </a:extLst>
          </p:cNvPr>
          <p:cNvSpPr>
            <a:spLocks noGrp="1"/>
          </p:cNvSpPr>
          <p:nvPr>
            <p:ph type="sldNum" sz="quarter" idx="3"/>
          </p:nvPr>
        </p:nvSpPr>
        <p:spPr>
          <a:xfrm>
            <a:off x="3850444" y="9428585"/>
            <a:ext cx="2945659" cy="498055"/>
          </a:xfrm>
          <a:prstGeom prst="rect">
            <a:avLst/>
          </a:prstGeom>
        </p:spPr>
        <p:txBody>
          <a:bodyPr vert="horz" lIns="91440" tIns="45720" rIns="91440" bIns="45720" rtlCol="0" anchor="b"/>
          <a:lstStyle>
            <a:lvl1pPr algn="r">
              <a:defRPr sz="1200"/>
            </a:lvl1pPr>
          </a:lstStyle>
          <a:p>
            <a:fld id="{963FD519-F66F-452D-B925-0199049DD93F}" type="slidenum">
              <a:rPr lang="fr-CH" smtClean="0"/>
              <a:t>‹#›</a:t>
            </a:fld>
            <a:endParaRPr lang="fr-CH"/>
          </a:p>
        </p:txBody>
      </p:sp>
    </p:spTree>
    <p:extLst>
      <p:ext uri="{BB962C8B-B14F-4D97-AF65-F5344CB8AC3E}">
        <p14:creationId xmlns:p14="http://schemas.microsoft.com/office/powerpoint/2010/main" val="9109065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0"/>
            <a:ext cx="2945659" cy="49805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0444" y="0"/>
            <a:ext cx="2945659" cy="498056"/>
          </a:xfrm>
          <a:prstGeom prst="rect">
            <a:avLst/>
          </a:prstGeom>
        </p:spPr>
        <p:txBody>
          <a:bodyPr vert="horz" lIns="91440" tIns="45720" rIns="91440" bIns="45720" rtlCol="0"/>
          <a:lstStyle>
            <a:lvl1pPr algn="r">
              <a:defRPr sz="1200"/>
            </a:lvl1pPr>
          </a:lstStyle>
          <a:p>
            <a:fld id="{5E93E09A-228D-4562-A1B1-13015B77C2C1}" type="datetimeFigureOut">
              <a:rPr lang="fr-FR" smtClean="0"/>
              <a:t>22/09/2026</a:t>
            </a:fld>
            <a:endParaRPr lang="fr-FR"/>
          </a:p>
        </p:txBody>
      </p:sp>
      <p:sp>
        <p:nvSpPr>
          <p:cNvPr id="4" name="Espace réservé de l'image des diapositives 3"/>
          <p:cNvSpPr>
            <a:spLocks noGrp="1" noRot="1" noChangeAspect="1"/>
          </p:cNvSpPr>
          <p:nvPr>
            <p:ph type="sldImg" idx="2"/>
          </p:nvPr>
        </p:nvSpPr>
        <p:spPr>
          <a:xfrm>
            <a:off x="1030288" y="1241425"/>
            <a:ext cx="4737100" cy="3349625"/>
          </a:xfrm>
          <a:prstGeom prst="rect">
            <a:avLst/>
          </a:prstGeom>
          <a:noFill/>
          <a:ln w="12700">
            <a:solidFill>
              <a:prstClr val="black"/>
            </a:solidFill>
          </a:ln>
        </p:spPr>
      </p:sp>
      <p:sp>
        <p:nvSpPr>
          <p:cNvPr id="5" name="Espace réservé des note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1" y="9428585"/>
            <a:ext cx="2945659" cy="49805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0444" y="9428585"/>
            <a:ext cx="2945659" cy="498055"/>
          </a:xfrm>
          <a:prstGeom prst="rect">
            <a:avLst/>
          </a:prstGeom>
        </p:spPr>
        <p:txBody>
          <a:bodyPr vert="horz" lIns="91440" tIns="45720" rIns="91440" bIns="45720" rtlCol="0" anchor="b"/>
          <a:lstStyle>
            <a:lvl1pPr algn="r">
              <a:defRPr sz="1200"/>
            </a:lvl1pPr>
          </a:lstStyle>
          <a:p>
            <a:fld id="{CDC1F2C2-3FE6-4E84-9695-8A42647BC1FB}" type="slidenum">
              <a:rPr lang="fr-FR" smtClean="0"/>
              <a:t>‹#›</a:t>
            </a:fld>
            <a:endParaRPr lang="fr-FR"/>
          </a:p>
        </p:txBody>
      </p:sp>
    </p:spTree>
    <p:extLst>
      <p:ext uri="{BB962C8B-B14F-4D97-AF65-F5344CB8AC3E}">
        <p14:creationId xmlns:p14="http://schemas.microsoft.com/office/powerpoint/2010/main" val="1155130610"/>
      </p:ext>
    </p:extLst>
  </p:cSld>
  <p:clrMap bg1="lt1" tx1="dk1" bg2="lt2" tx2="dk2" accent1="accent1" accent2="accent2" accent3="accent3" accent4="accent4" accent5="accent5" accent6="accent6" hlink="hlink" folHlink="folHlink"/>
  <p:notesStyle>
    <a:lvl1pPr marL="0" algn="l" defTabSz="914261" rtl="0" eaLnBrk="1" latinLnBrk="0" hangingPunct="1">
      <a:defRPr sz="1199" kern="1200">
        <a:solidFill>
          <a:schemeClr val="tx1"/>
        </a:solidFill>
        <a:latin typeface="+mn-lt"/>
        <a:ea typeface="+mn-ea"/>
        <a:cs typeface="+mn-cs"/>
      </a:defRPr>
    </a:lvl1pPr>
    <a:lvl2pPr marL="457129" algn="l" defTabSz="914261" rtl="0" eaLnBrk="1" latinLnBrk="0" hangingPunct="1">
      <a:defRPr sz="1199" kern="1200">
        <a:solidFill>
          <a:schemeClr val="tx1"/>
        </a:solidFill>
        <a:latin typeface="+mn-lt"/>
        <a:ea typeface="+mn-ea"/>
        <a:cs typeface="+mn-cs"/>
      </a:defRPr>
    </a:lvl2pPr>
    <a:lvl3pPr marL="914261" algn="l" defTabSz="914261" rtl="0" eaLnBrk="1" latinLnBrk="0" hangingPunct="1">
      <a:defRPr sz="1199" kern="1200">
        <a:solidFill>
          <a:schemeClr val="tx1"/>
        </a:solidFill>
        <a:latin typeface="+mn-lt"/>
        <a:ea typeface="+mn-ea"/>
        <a:cs typeface="+mn-cs"/>
      </a:defRPr>
    </a:lvl3pPr>
    <a:lvl4pPr marL="1371389" algn="l" defTabSz="914261" rtl="0" eaLnBrk="1" latinLnBrk="0" hangingPunct="1">
      <a:defRPr sz="1199" kern="1200">
        <a:solidFill>
          <a:schemeClr val="tx1"/>
        </a:solidFill>
        <a:latin typeface="+mn-lt"/>
        <a:ea typeface="+mn-ea"/>
        <a:cs typeface="+mn-cs"/>
      </a:defRPr>
    </a:lvl4pPr>
    <a:lvl5pPr marL="1828519" algn="l" defTabSz="914261" rtl="0" eaLnBrk="1" latinLnBrk="0" hangingPunct="1">
      <a:defRPr sz="1199" kern="1200">
        <a:solidFill>
          <a:schemeClr val="tx1"/>
        </a:solidFill>
        <a:latin typeface="+mn-lt"/>
        <a:ea typeface="+mn-ea"/>
        <a:cs typeface="+mn-cs"/>
      </a:defRPr>
    </a:lvl5pPr>
    <a:lvl6pPr marL="2285649" algn="l" defTabSz="914261" rtl="0" eaLnBrk="1" latinLnBrk="0" hangingPunct="1">
      <a:defRPr sz="1199" kern="1200">
        <a:solidFill>
          <a:schemeClr val="tx1"/>
        </a:solidFill>
        <a:latin typeface="+mn-lt"/>
        <a:ea typeface="+mn-ea"/>
        <a:cs typeface="+mn-cs"/>
      </a:defRPr>
    </a:lvl6pPr>
    <a:lvl7pPr marL="2742778" algn="l" defTabSz="914261" rtl="0" eaLnBrk="1" latinLnBrk="0" hangingPunct="1">
      <a:defRPr sz="1199" kern="1200">
        <a:solidFill>
          <a:schemeClr val="tx1"/>
        </a:solidFill>
        <a:latin typeface="+mn-lt"/>
        <a:ea typeface="+mn-ea"/>
        <a:cs typeface="+mn-cs"/>
      </a:defRPr>
    </a:lvl7pPr>
    <a:lvl8pPr marL="3199907" algn="l" defTabSz="914261" rtl="0" eaLnBrk="1" latinLnBrk="0" hangingPunct="1">
      <a:defRPr sz="1199" kern="1200">
        <a:solidFill>
          <a:schemeClr val="tx1"/>
        </a:solidFill>
        <a:latin typeface="+mn-lt"/>
        <a:ea typeface="+mn-ea"/>
        <a:cs typeface="+mn-cs"/>
      </a:defRPr>
    </a:lvl8pPr>
    <a:lvl9pPr marL="3657037" algn="l" defTabSz="914261" rtl="0" eaLnBrk="1" latinLnBrk="0" hangingPunct="1">
      <a:defRPr sz="1199"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gradient">
    <p:bg>
      <p:bgPr>
        <a:solidFill>
          <a:schemeClr val="accent1"/>
        </a:solidFill>
        <a:effectLst/>
      </p:bgPr>
    </p:bg>
    <p:spTree>
      <p:nvGrpSpPr>
        <p:cNvPr id="1" name=""/>
        <p:cNvGrpSpPr/>
        <p:nvPr/>
      </p:nvGrpSpPr>
      <p:grpSpPr>
        <a:xfrm>
          <a:off x="0" y="0"/>
          <a:ext cx="0" cy="0"/>
          <a:chOff x="0" y="0"/>
          <a:chExt cx="0" cy="0"/>
        </a:xfrm>
      </p:grpSpPr>
      <p:pic>
        <p:nvPicPr>
          <p:cNvPr id="6" name="Picture 5" descr="A yellow and white gradient&#10;&#10;Description automatically generated">
            <a:extLst>
              <a:ext uri="{FF2B5EF4-FFF2-40B4-BE49-F238E27FC236}">
                <a16:creationId xmlns:a16="http://schemas.microsoft.com/office/drawing/2014/main" id="{8756AB47-2F75-0A84-09B7-2EFBCD1BFD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sp>
        <p:nvSpPr>
          <p:cNvPr id="10" name="Title 9">
            <a:extLst>
              <a:ext uri="{FF2B5EF4-FFF2-40B4-BE49-F238E27FC236}">
                <a16:creationId xmlns:a16="http://schemas.microsoft.com/office/drawing/2014/main" id="{F9C284E6-090E-4772-71F2-BE9D9ACEE7A0}"/>
              </a:ext>
            </a:extLst>
          </p:cNvPr>
          <p:cNvSpPr>
            <a:spLocks noGrp="1"/>
          </p:cNvSpPr>
          <p:nvPr>
            <p:ph type="title" hasCustomPrompt="1"/>
          </p:nvPr>
        </p:nvSpPr>
        <p:spPr>
          <a:xfrm>
            <a:off x="665163" y="3675152"/>
            <a:ext cx="9398001" cy="864587"/>
          </a:xfrm>
        </p:spPr>
        <p:txBody>
          <a:bodyPr/>
          <a:lstStyle>
            <a:lvl1pPr algn="ctr">
              <a:defRPr sz="2800">
                <a:solidFill>
                  <a:schemeClr val="bg1"/>
                </a:solidFill>
              </a:defRPr>
            </a:lvl1pPr>
          </a:lstStyle>
          <a:p>
            <a:r>
              <a:rPr lang="en-GB"/>
              <a:t>Click to edit title</a:t>
            </a:r>
          </a:p>
        </p:txBody>
      </p:sp>
    </p:spTree>
    <p:extLst>
      <p:ext uri="{BB962C8B-B14F-4D97-AF65-F5344CB8AC3E}">
        <p14:creationId xmlns:p14="http://schemas.microsoft.com/office/powerpoint/2010/main" val="109581210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65166" y="5455024"/>
            <a:ext cx="3505819" cy="1028391"/>
          </a:xfrm>
          <a:noFill/>
        </p:spPr>
        <p:txBody>
          <a:bodyPr wrap="square" lIns="0" tIns="0" rIns="0" bIns="0" anchor="t" anchorCtr="0">
            <a:noAutofit/>
          </a:bodyPr>
          <a:lstStyle>
            <a:lvl1pPr algn="l">
              <a:lnSpc>
                <a:spcPct val="100000"/>
              </a:lnSpc>
              <a:defRPr sz="2400" b="0" cap="none" baseline="0">
                <a:gradFill flip="none" rotWithShape="1">
                  <a:gsLst>
                    <a:gs pos="0">
                      <a:schemeClr val="accent4"/>
                    </a:gs>
                    <a:gs pos="100000">
                      <a:srgbClr val="FFA400"/>
                    </a:gs>
                  </a:gsLst>
                  <a:lin ang="0" scaled="1"/>
                </a:gradFill>
                <a:latin typeface="+mj-lt"/>
              </a:defRPr>
            </a:lvl1pPr>
          </a:lstStyle>
          <a:p>
            <a:r>
              <a:rPr lang="en-GB" noProof="0"/>
              <a:t>Title on one </a:t>
            </a:r>
            <a:br>
              <a:rPr lang="en-GB" noProof="0"/>
            </a:br>
            <a:r>
              <a:rPr lang="en-GB" noProof="0"/>
              <a:t>or two lines</a:t>
            </a:r>
          </a:p>
        </p:txBody>
      </p:sp>
      <p:sp>
        <p:nvSpPr>
          <p:cNvPr id="7" name="Espace réservé du texte 6">
            <a:extLst>
              <a:ext uri="{FF2B5EF4-FFF2-40B4-BE49-F238E27FC236}">
                <a16:creationId xmlns:a16="http://schemas.microsoft.com/office/drawing/2014/main" id="{C0537D46-3E08-43B9-A8FE-19337D7C171B}"/>
              </a:ext>
            </a:extLst>
          </p:cNvPr>
          <p:cNvSpPr>
            <a:spLocks noGrp="1"/>
          </p:cNvSpPr>
          <p:nvPr>
            <p:ph type="body" sz="quarter" idx="13" hasCustomPrompt="1"/>
          </p:nvPr>
        </p:nvSpPr>
        <p:spPr>
          <a:xfrm>
            <a:off x="665166" y="4907572"/>
            <a:ext cx="3023135" cy="379589"/>
          </a:xfrm>
          <a:noFill/>
        </p:spPr>
        <p:txBody>
          <a:bodyPr lIns="0" tIns="0" rIns="0" bIns="0" anchor="t"/>
          <a:lstStyle>
            <a:lvl1pPr marL="0" indent="0">
              <a:spcBef>
                <a:spcPct val="0"/>
              </a:spcBef>
              <a:spcAft>
                <a:spcPct val="0"/>
              </a:spcAft>
              <a:buNone/>
              <a:defRPr sz="954" b="0" cap="none" baseline="0">
                <a:solidFill>
                  <a:srgbClr val="4B5F80"/>
                </a:solidFill>
              </a:defRPr>
            </a:lvl1pPr>
          </a:lstStyle>
          <a:p>
            <a:pPr lvl="0"/>
            <a:r>
              <a:rPr lang="en-GB"/>
              <a:t>INTRO LINE</a:t>
            </a:r>
          </a:p>
        </p:txBody>
      </p:sp>
      <p:sp>
        <p:nvSpPr>
          <p:cNvPr id="4" name="Picture Placeholder 3">
            <a:extLst>
              <a:ext uri="{FF2B5EF4-FFF2-40B4-BE49-F238E27FC236}">
                <a16:creationId xmlns:a16="http://schemas.microsoft.com/office/drawing/2014/main" id="{27B97CC1-DC51-4792-25CC-4FAD8394D6D6}"/>
              </a:ext>
            </a:extLst>
          </p:cNvPr>
          <p:cNvSpPr>
            <a:spLocks noGrp="1"/>
          </p:cNvSpPr>
          <p:nvPr>
            <p:ph type="pic" sz="quarter" idx="14"/>
          </p:nvPr>
        </p:nvSpPr>
        <p:spPr>
          <a:xfrm>
            <a:off x="5345906" y="0"/>
            <a:ext cx="5345906" cy="7559675"/>
          </a:xfrm>
        </p:spPr>
        <p:txBody>
          <a:bodyPr/>
          <a:lstStyle/>
          <a:p>
            <a:r>
              <a:rPr lang="en-US"/>
              <a:t>Click icon to add picture</a:t>
            </a:r>
            <a:endParaRPr lang="en-GB"/>
          </a:p>
        </p:txBody>
      </p:sp>
      <p:pic>
        <p:nvPicPr>
          <p:cNvPr id="3" name="Picture 2">
            <a:extLst>
              <a:ext uri="{FF2B5EF4-FFF2-40B4-BE49-F238E27FC236}">
                <a16:creationId xmlns:a16="http://schemas.microsoft.com/office/drawing/2014/main" id="{6536F54C-E62B-0D11-424E-908F7C5AFDD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65166" y="861501"/>
            <a:ext cx="1255672" cy="1133762"/>
          </a:xfrm>
          <a:prstGeom prst="rect">
            <a:avLst/>
          </a:prstGeom>
        </p:spPr>
      </p:pic>
    </p:spTree>
    <p:extLst>
      <p:ext uri="{BB962C8B-B14F-4D97-AF65-F5344CB8AC3E}">
        <p14:creationId xmlns:p14="http://schemas.microsoft.com/office/powerpoint/2010/main" val="61388173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7B97CC1-DC51-4792-25CC-4FAD8394D6D6}"/>
              </a:ext>
            </a:extLst>
          </p:cNvPr>
          <p:cNvSpPr>
            <a:spLocks noGrp="1"/>
          </p:cNvSpPr>
          <p:nvPr>
            <p:ph type="pic" sz="quarter" idx="14"/>
          </p:nvPr>
        </p:nvSpPr>
        <p:spPr>
          <a:xfrm>
            <a:off x="5345906" y="0"/>
            <a:ext cx="5345906" cy="7559675"/>
          </a:xfrm>
        </p:spPr>
        <p:txBody>
          <a:bodyPr/>
          <a:lstStyle/>
          <a:p>
            <a:r>
              <a:rPr lang="en-US"/>
              <a:t>Click icon to add picture</a:t>
            </a:r>
            <a:endParaRPr lang="en-GB"/>
          </a:p>
        </p:txBody>
      </p:sp>
      <p:sp>
        <p:nvSpPr>
          <p:cNvPr id="6" name="Title 1">
            <a:extLst>
              <a:ext uri="{FF2B5EF4-FFF2-40B4-BE49-F238E27FC236}">
                <a16:creationId xmlns:a16="http://schemas.microsoft.com/office/drawing/2014/main" id="{BCB30788-EE0B-1E3E-4889-FDDDF6F0C1E3}"/>
              </a:ext>
            </a:extLst>
          </p:cNvPr>
          <p:cNvSpPr txBox="1"/>
          <p:nvPr userDrawn="1"/>
        </p:nvSpPr>
        <p:spPr>
          <a:xfrm>
            <a:off x="675137" y="1442131"/>
            <a:ext cx="4808826" cy="784337"/>
          </a:xfrm>
          <a:prstGeom prst="rect">
            <a:avLst/>
          </a:prstGeom>
        </p:spPr>
        <p:txBody>
          <a:bodyPr vert="horz" lIns="0" tIns="0" rIns="0" bIns="0" rtlCol="0" anchor="t" anchorCtr="0">
            <a:noAutofit/>
          </a:bodyPr>
          <a:lstStyle>
            <a:lvl1pPr algn="l" defTabSz="801899" rtl="0" eaLnBrk="1" latinLnBrk="0" hangingPunct="1">
              <a:lnSpc>
                <a:spcPct val="90000"/>
              </a:lnSpc>
              <a:spcBef>
                <a:spcPct val="0"/>
              </a:spcBef>
              <a:buNone/>
              <a:defRPr sz="2400" b="1" kern="1200">
                <a:gradFill flip="none" rotWithShape="1">
                  <a:gsLst>
                    <a:gs pos="0">
                      <a:schemeClr val="accent4"/>
                    </a:gs>
                    <a:gs pos="100000">
                      <a:srgbClr val="FFA400"/>
                    </a:gs>
                  </a:gsLst>
                  <a:lin ang="0" scaled="1"/>
                </a:gradFill>
                <a:latin typeface="+mj-lt"/>
                <a:ea typeface="+mj-ea"/>
                <a:cs typeface="+mj-cs"/>
              </a:defRPr>
            </a:lvl1pPr>
          </a:lstStyle>
          <a:p>
            <a:r>
              <a:rPr lang="fr-FR"/>
              <a:t>Agenda</a:t>
            </a:r>
          </a:p>
        </p:txBody>
      </p:sp>
      <p:sp>
        <p:nvSpPr>
          <p:cNvPr id="18" name="Text Placeholder 21">
            <a:extLst>
              <a:ext uri="{FF2B5EF4-FFF2-40B4-BE49-F238E27FC236}">
                <a16:creationId xmlns:a16="http://schemas.microsoft.com/office/drawing/2014/main" id="{8D056D14-6552-602E-166B-3EEA11274939}"/>
              </a:ext>
            </a:extLst>
          </p:cNvPr>
          <p:cNvSpPr>
            <a:spLocks noGrp="1"/>
          </p:cNvSpPr>
          <p:nvPr>
            <p:ph type="body" sz="quarter" idx="20" hasCustomPrompt="1"/>
          </p:nvPr>
        </p:nvSpPr>
        <p:spPr>
          <a:xfrm>
            <a:off x="1064392" y="3083075"/>
            <a:ext cx="2851200" cy="303354"/>
          </a:xfrm>
          <a:solidFill>
            <a:schemeClr val="accent3"/>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19" name="Text Placeholder 21">
            <a:extLst>
              <a:ext uri="{FF2B5EF4-FFF2-40B4-BE49-F238E27FC236}">
                <a16:creationId xmlns:a16="http://schemas.microsoft.com/office/drawing/2014/main" id="{7D0A2B12-6E02-0B8D-4BA8-C3621FFD7468}"/>
              </a:ext>
            </a:extLst>
          </p:cNvPr>
          <p:cNvSpPr>
            <a:spLocks noGrp="1"/>
          </p:cNvSpPr>
          <p:nvPr>
            <p:ph type="body" sz="quarter" idx="21" hasCustomPrompt="1"/>
          </p:nvPr>
        </p:nvSpPr>
        <p:spPr>
          <a:xfrm>
            <a:off x="1064392" y="3446004"/>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0" name="Text Placeholder 21">
            <a:extLst>
              <a:ext uri="{FF2B5EF4-FFF2-40B4-BE49-F238E27FC236}">
                <a16:creationId xmlns:a16="http://schemas.microsoft.com/office/drawing/2014/main" id="{7629280E-8681-E8FE-0396-17CBE1FD485E}"/>
              </a:ext>
            </a:extLst>
          </p:cNvPr>
          <p:cNvSpPr>
            <a:spLocks noGrp="1"/>
          </p:cNvSpPr>
          <p:nvPr>
            <p:ph type="body" sz="quarter" idx="22" hasCustomPrompt="1"/>
          </p:nvPr>
        </p:nvSpPr>
        <p:spPr>
          <a:xfrm>
            <a:off x="1064392" y="3808933"/>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1" name="Text Placeholder 21">
            <a:extLst>
              <a:ext uri="{FF2B5EF4-FFF2-40B4-BE49-F238E27FC236}">
                <a16:creationId xmlns:a16="http://schemas.microsoft.com/office/drawing/2014/main" id="{C4DDC98F-5EEC-B05A-0B96-D4B63E95F155}"/>
              </a:ext>
            </a:extLst>
          </p:cNvPr>
          <p:cNvSpPr>
            <a:spLocks noGrp="1"/>
          </p:cNvSpPr>
          <p:nvPr>
            <p:ph type="body" sz="quarter" idx="23" hasCustomPrompt="1"/>
          </p:nvPr>
        </p:nvSpPr>
        <p:spPr>
          <a:xfrm>
            <a:off x="1064392" y="4171862"/>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2" name="Text Placeholder 21">
            <a:extLst>
              <a:ext uri="{FF2B5EF4-FFF2-40B4-BE49-F238E27FC236}">
                <a16:creationId xmlns:a16="http://schemas.microsoft.com/office/drawing/2014/main" id="{DB233D09-5BF5-BAAB-046E-311A4E3F2476}"/>
              </a:ext>
            </a:extLst>
          </p:cNvPr>
          <p:cNvSpPr>
            <a:spLocks noGrp="1"/>
          </p:cNvSpPr>
          <p:nvPr>
            <p:ph type="body" sz="quarter" idx="24" hasCustomPrompt="1"/>
          </p:nvPr>
        </p:nvSpPr>
        <p:spPr>
          <a:xfrm>
            <a:off x="1064392" y="4534792"/>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3" name="Text Placeholder 21">
            <a:extLst>
              <a:ext uri="{FF2B5EF4-FFF2-40B4-BE49-F238E27FC236}">
                <a16:creationId xmlns:a16="http://schemas.microsoft.com/office/drawing/2014/main" id="{C11D3BD7-7B6A-46D1-9A9B-E3FED282711F}"/>
              </a:ext>
            </a:extLst>
          </p:cNvPr>
          <p:cNvSpPr>
            <a:spLocks noGrp="1"/>
          </p:cNvSpPr>
          <p:nvPr>
            <p:ph type="body" sz="quarter" idx="25" hasCustomPrompt="1"/>
          </p:nvPr>
        </p:nvSpPr>
        <p:spPr>
          <a:xfrm>
            <a:off x="665161" y="3083075"/>
            <a:ext cx="331013" cy="303354"/>
          </a:xfrm>
          <a:noFill/>
        </p:spPr>
        <p:txBody>
          <a:bodyPr lIns="72000" rIns="72000" bIns="0" anchor="ctr" anchorCtr="0"/>
          <a:lstStyle>
            <a:lvl1pPr marL="0" indent="0">
              <a:buNone/>
              <a:defRPr sz="1050" b="1" i="0">
                <a:solidFill>
                  <a:schemeClr val="accent3"/>
                </a:solidFill>
                <a:latin typeface="Nunito" pitchFamily="2" charset="77"/>
              </a:defRPr>
            </a:lvl1pPr>
          </a:lstStyle>
          <a:p>
            <a:pPr lvl="0"/>
            <a:r>
              <a:rPr lang="fr-CH"/>
              <a:t>page</a:t>
            </a:r>
            <a:endParaRPr lang="en-GB"/>
          </a:p>
        </p:txBody>
      </p:sp>
      <p:sp>
        <p:nvSpPr>
          <p:cNvPr id="24" name="Text Placeholder 21">
            <a:extLst>
              <a:ext uri="{FF2B5EF4-FFF2-40B4-BE49-F238E27FC236}">
                <a16:creationId xmlns:a16="http://schemas.microsoft.com/office/drawing/2014/main" id="{332997ED-3D78-F97E-AD07-6499F495A9AD}"/>
              </a:ext>
            </a:extLst>
          </p:cNvPr>
          <p:cNvSpPr>
            <a:spLocks noGrp="1"/>
          </p:cNvSpPr>
          <p:nvPr>
            <p:ph type="body" sz="quarter" idx="26" hasCustomPrompt="1"/>
          </p:nvPr>
        </p:nvSpPr>
        <p:spPr>
          <a:xfrm>
            <a:off x="665161" y="3446004"/>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fr-CH"/>
              <a:t>page</a:t>
            </a:r>
            <a:endParaRPr lang="en-GB"/>
          </a:p>
        </p:txBody>
      </p:sp>
      <p:sp>
        <p:nvSpPr>
          <p:cNvPr id="25" name="Text Placeholder 21">
            <a:extLst>
              <a:ext uri="{FF2B5EF4-FFF2-40B4-BE49-F238E27FC236}">
                <a16:creationId xmlns:a16="http://schemas.microsoft.com/office/drawing/2014/main" id="{5291EB23-3F11-F04B-957B-7497B18673E1}"/>
              </a:ext>
            </a:extLst>
          </p:cNvPr>
          <p:cNvSpPr>
            <a:spLocks noGrp="1"/>
          </p:cNvSpPr>
          <p:nvPr>
            <p:ph type="body" sz="quarter" idx="27" hasCustomPrompt="1"/>
          </p:nvPr>
        </p:nvSpPr>
        <p:spPr>
          <a:xfrm>
            <a:off x="665161" y="3808933"/>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en-GB"/>
              <a:t>page</a:t>
            </a:r>
          </a:p>
        </p:txBody>
      </p:sp>
      <p:sp>
        <p:nvSpPr>
          <p:cNvPr id="26" name="Text Placeholder 21">
            <a:extLst>
              <a:ext uri="{FF2B5EF4-FFF2-40B4-BE49-F238E27FC236}">
                <a16:creationId xmlns:a16="http://schemas.microsoft.com/office/drawing/2014/main" id="{8FE067F3-B309-D196-AE89-DF3010BF2053}"/>
              </a:ext>
            </a:extLst>
          </p:cNvPr>
          <p:cNvSpPr>
            <a:spLocks noGrp="1"/>
          </p:cNvSpPr>
          <p:nvPr>
            <p:ph type="body" sz="quarter" idx="28" hasCustomPrompt="1"/>
          </p:nvPr>
        </p:nvSpPr>
        <p:spPr>
          <a:xfrm>
            <a:off x="665161" y="4171862"/>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en-GB"/>
              <a:t>page</a:t>
            </a:r>
          </a:p>
        </p:txBody>
      </p:sp>
      <p:sp>
        <p:nvSpPr>
          <p:cNvPr id="27" name="Text Placeholder 21">
            <a:extLst>
              <a:ext uri="{FF2B5EF4-FFF2-40B4-BE49-F238E27FC236}">
                <a16:creationId xmlns:a16="http://schemas.microsoft.com/office/drawing/2014/main" id="{DE62711F-A766-B9C1-A992-9147EF6CD00B}"/>
              </a:ext>
            </a:extLst>
          </p:cNvPr>
          <p:cNvSpPr>
            <a:spLocks noGrp="1"/>
          </p:cNvSpPr>
          <p:nvPr>
            <p:ph type="body" sz="quarter" idx="29" hasCustomPrompt="1"/>
          </p:nvPr>
        </p:nvSpPr>
        <p:spPr>
          <a:xfrm>
            <a:off x="665161" y="4534792"/>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en-GB"/>
              <a:t>page</a:t>
            </a:r>
          </a:p>
        </p:txBody>
      </p:sp>
    </p:spTree>
    <p:extLst>
      <p:ext uri="{BB962C8B-B14F-4D97-AF65-F5344CB8AC3E}">
        <p14:creationId xmlns:p14="http://schemas.microsoft.com/office/powerpoint/2010/main" val="194780530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Boxes Content - Bicol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gradFill flip="none" rotWithShape="1">
                  <a:gsLst>
                    <a:gs pos="0">
                      <a:schemeClr val="accent4"/>
                    </a:gs>
                    <a:gs pos="100000">
                      <a:srgbClr val="FFA400"/>
                    </a:gs>
                  </a:gsLst>
                  <a:lin ang="0" scaled="1"/>
                </a:gradFill>
              </a:defRPr>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2789" y="2795336"/>
            <a:ext cx="4533679"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5527698" y="2795334"/>
            <a:ext cx="4533679" cy="3865017"/>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2788" y="2788214"/>
            <a:ext cx="4535467"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5527700" y="2788214"/>
            <a:ext cx="4535467"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3165" y="4782896"/>
            <a:ext cx="4536000" cy="180000"/>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5522650" y="4782896"/>
            <a:ext cx="4536000" cy="180000"/>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576804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5768047" y="5142445"/>
            <a:ext cx="4150037"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27" y="5142445"/>
            <a:ext cx="4150037"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6" name="Text Placeholder 4">
            <a:extLst>
              <a:ext uri="{FF2B5EF4-FFF2-40B4-BE49-F238E27FC236}">
                <a16:creationId xmlns:a16="http://schemas.microsoft.com/office/drawing/2014/main" id="{87CF13E4-BAB6-8297-CE1C-3E6F9B0D6037}"/>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22176982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Boxes Content - Oran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2789" y="2795336"/>
            <a:ext cx="4533679"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5527698" y="2795334"/>
            <a:ext cx="4533679"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2788" y="2788214"/>
            <a:ext cx="4535467"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5527700" y="2788214"/>
            <a:ext cx="4535467"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3165" y="4782896"/>
            <a:ext cx="4536000" cy="180000"/>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576804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5768047" y="5142445"/>
            <a:ext cx="4150037"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27" y="5142445"/>
            <a:ext cx="4150037"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5" name="Rectangle 4">
            <a:extLst>
              <a:ext uri="{FF2B5EF4-FFF2-40B4-BE49-F238E27FC236}">
                <a16:creationId xmlns:a16="http://schemas.microsoft.com/office/drawing/2014/main" id="{77544857-5437-1C3C-1478-9EC6F18E4D71}"/>
              </a:ext>
            </a:extLst>
          </p:cNvPr>
          <p:cNvSpPr/>
          <p:nvPr userDrawn="1"/>
        </p:nvSpPr>
        <p:spPr>
          <a:xfrm>
            <a:off x="5529992" y="4782896"/>
            <a:ext cx="4536000" cy="180000"/>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7" name="Text Placeholder 4">
            <a:extLst>
              <a:ext uri="{FF2B5EF4-FFF2-40B4-BE49-F238E27FC236}">
                <a16:creationId xmlns:a16="http://schemas.microsoft.com/office/drawing/2014/main" id="{F00E8640-ABD2-F67E-20F2-78BF41DB4461}"/>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69463738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Boxes Content - Bicol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2787" y="4782895"/>
            <a:ext cx="2970000" cy="1877458"/>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910625" y="4782893"/>
            <a:ext cx="2970000" cy="1877458"/>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7098690" y="4776109"/>
            <a:ext cx="2970000" cy="1877458"/>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8506" y="2788214"/>
            <a:ext cx="295856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916344" y="2788214"/>
            <a:ext cx="295856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7103034" y="2788214"/>
            <a:ext cx="295856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3377"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3911215" y="4782896"/>
            <a:ext cx="2968821" cy="173124"/>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7099280"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7343384"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7343387"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4153498"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4153501" y="5142445"/>
            <a:ext cx="2707139"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7"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30"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6" name="Text Placeholder 4">
            <a:extLst>
              <a:ext uri="{FF2B5EF4-FFF2-40B4-BE49-F238E27FC236}">
                <a16:creationId xmlns:a16="http://schemas.microsoft.com/office/drawing/2014/main" id="{8113008E-E9EE-C626-8405-308DAA976974}"/>
              </a:ext>
            </a:extLst>
          </p:cNvPr>
          <p:cNvSpPr>
            <a:spLocks noGrp="1"/>
          </p:cNvSpPr>
          <p:nvPr>
            <p:ph type="body" sz="quarter" idx="14" hasCustomPrompt="1"/>
          </p:nvPr>
        </p:nvSpPr>
        <p:spPr>
          <a:xfrm>
            <a:off x="665163" y="1939097"/>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7898478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Boxes Content - Oran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8688" y="2795336"/>
            <a:ext cx="2957396"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915398" y="2795334"/>
            <a:ext cx="2957396"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A4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7100055" y="2788550"/>
            <a:ext cx="2957396"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8105" y="2788214"/>
            <a:ext cx="295856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914815" y="2788214"/>
            <a:ext cx="295856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7099472" y="2788214"/>
            <a:ext cx="295856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2976"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7094343"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7343384"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7343387"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4153498"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4153501"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7"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30"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6" name="Rectangle 5">
            <a:extLst>
              <a:ext uri="{FF2B5EF4-FFF2-40B4-BE49-F238E27FC236}">
                <a16:creationId xmlns:a16="http://schemas.microsoft.com/office/drawing/2014/main" id="{85E32EFA-1A66-4183-CDD0-A1DA0186E23B}"/>
              </a:ext>
            </a:extLst>
          </p:cNvPr>
          <p:cNvSpPr/>
          <p:nvPr userDrawn="1"/>
        </p:nvSpPr>
        <p:spPr>
          <a:xfrm>
            <a:off x="3909686"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1" name="Text Placeholder 4">
            <a:extLst>
              <a:ext uri="{FF2B5EF4-FFF2-40B4-BE49-F238E27FC236}">
                <a16:creationId xmlns:a16="http://schemas.microsoft.com/office/drawing/2014/main" id="{5F6BD925-AEFF-89C2-27D1-9169397386CD}"/>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7280167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Boxes Content - Bicol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7192" y="2795336"/>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073944" y="2795334"/>
            <a:ext cx="2182051" cy="3865017"/>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5431068" y="2788550"/>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6" name="Rounded Rectangle 5">
            <a:extLst>
              <a:ext uri="{FF2B5EF4-FFF2-40B4-BE49-F238E27FC236}">
                <a16:creationId xmlns:a16="http://schemas.microsoft.com/office/drawing/2014/main" id="{14CCBD35-8AD5-DE40-3190-FDC6673CD4FA}"/>
              </a:ext>
            </a:extLst>
          </p:cNvPr>
          <p:cNvSpPr/>
          <p:nvPr userDrawn="1"/>
        </p:nvSpPr>
        <p:spPr>
          <a:xfrm>
            <a:off x="7798541" y="2788550"/>
            <a:ext cx="2182051" cy="3865017"/>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6761" y="2788214"/>
            <a:ext cx="218291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073513" y="2788214"/>
            <a:ext cx="218291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5430637" y="2788214"/>
            <a:ext cx="2182912" cy="1994681"/>
          </a:xfrm>
        </p:spPr>
        <p:txBody>
          <a:bodyPr/>
          <a:lstStyle/>
          <a:p>
            <a:r>
              <a:rPr lang="en-US"/>
              <a:t>Click icon to add picture</a:t>
            </a:r>
            <a:endParaRPr lang="en-GB"/>
          </a:p>
        </p:txBody>
      </p:sp>
      <p:sp>
        <p:nvSpPr>
          <p:cNvPr id="11" name="Picture Placeholder 7">
            <a:extLst>
              <a:ext uri="{FF2B5EF4-FFF2-40B4-BE49-F238E27FC236}">
                <a16:creationId xmlns:a16="http://schemas.microsoft.com/office/drawing/2014/main" id="{4284997B-1702-9BBF-447A-2202459E90EF}"/>
              </a:ext>
            </a:extLst>
          </p:cNvPr>
          <p:cNvSpPr>
            <a:spLocks noGrp="1"/>
          </p:cNvSpPr>
          <p:nvPr>
            <p:ph type="pic" sz="quarter" idx="13"/>
          </p:nvPr>
        </p:nvSpPr>
        <p:spPr>
          <a:xfrm>
            <a:off x="7798110" y="2788214"/>
            <a:ext cx="218291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2976"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3069728" y="4782896"/>
            <a:ext cx="2190482" cy="173124"/>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5426852"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5" name="Rectangle 14">
            <a:extLst>
              <a:ext uri="{FF2B5EF4-FFF2-40B4-BE49-F238E27FC236}">
                <a16:creationId xmlns:a16="http://schemas.microsoft.com/office/drawing/2014/main" id="{D4C31299-95D5-168A-7017-7B8EE145F385}"/>
              </a:ext>
            </a:extLst>
          </p:cNvPr>
          <p:cNvSpPr/>
          <p:nvPr userDrawn="1"/>
        </p:nvSpPr>
        <p:spPr>
          <a:xfrm>
            <a:off x="7794325" y="4782896"/>
            <a:ext cx="2190482" cy="173124"/>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5618656"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5618656"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3251183"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3251183" y="5142445"/>
            <a:ext cx="1997405"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894622"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894622"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7" name="Text Placeholder 18">
            <a:extLst>
              <a:ext uri="{FF2B5EF4-FFF2-40B4-BE49-F238E27FC236}">
                <a16:creationId xmlns:a16="http://schemas.microsoft.com/office/drawing/2014/main" id="{D2DCE4EA-F6E0-596D-321E-1C1AD6991036}"/>
              </a:ext>
            </a:extLst>
          </p:cNvPr>
          <p:cNvSpPr>
            <a:spLocks noGrp="1"/>
          </p:cNvSpPr>
          <p:nvPr>
            <p:ph type="body" sz="quarter" idx="21" hasCustomPrompt="1"/>
          </p:nvPr>
        </p:nvSpPr>
        <p:spPr>
          <a:xfrm>
            <a:off x="7986128"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8" name="Text Placeholder 21">
            <a:extLst>
              <a:ext uri="{FF2B5EF4-FFF2-40B4-BE49-F238E27FC236}">
                <a16:creationId xmlns:a16="http://schemas.microsoft.com/office/drawing/2014/main" id="{7AC37364-9E5F-0AE7-E945-79579A81FF1E}"/>
              </a:ext>
            </a:extLst>
          </p:cNvPr>
          <p:cNvSpPr>
            <a:spLocks noGrp="1"/>
          </p:cNvSpPr>
          <p:nvPr>
            <p:ph type="body" sz="quarter" idx="22" hasCustomPrompt="1"/>
          </p:nvPr>
        </p:nvSpPr>
        <p:spPr>
          <a:xfrm>
            <a:off x="7986128" y="5142445"/>
            <a:ext cx="1997405"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16" name="Text Placeholder 4">
            <a:extLst>
              <a:ext uri="{FF2B5EF4-FFF2-40B4-BE49-F238E27FC236}">
                <a16:creationId xmlns:a16="http://schemas.microsoft.com/office/drawing/2014/main" id="{ED73ADEE-F9BE-CE96-E209-4D698D3BE133}"/>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08083674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Boxes Content - Oran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7192" y="2795336"/>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073944" y="2795334"/>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5431068" y="2788550"/>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6" name="Rounded Rectangle 5">
            <a:extLst>
              <a:ext uri="{FF2B5EF4-FFF2-40B4-BE49-F238E27FC236}">
                <a16:creationId xmlns:a16="http://schemas.microsoft.com/office/drawing/2014/main" id="{14CCBD35-8AD5-DE40-3190-FDC6673CD4FA}"/>
              </a:ext>
            </a:extLst>
          </p:cNvPr>
          <p:cNvSpPr/>
          <p:nvPr userDrawn="1"/>
        </p:nvSpPr>
        <p:spPr>
          <a:xfrm>
            <a:off x="7802457" y="2788550"/>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6761" y="2788214"/>
            <a:ext cx="218291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073513" y="2788214"/>
            <a:ext cx="218291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5430637" y="2788214"/>
            <a:ext cx="2182912" cy="1994681"/>
          </a:xfrm>
        </p:spPr>
        <p:txBody>
          <a:bodyPr/>
          <a:lstStyle/>
          <a:p>
            <a:r>
              <a:rPr lang="en-US"/>
              <a:t>Click icon to add picture</a:t>
            </a:r>
            <a:endParaRPr lang="en-GB"/>
          </a:p>
        </p:txBody>
      </p:sp>
      <p:sp>
        <p:nvSpPr>
          <p:cNvPr id="11" name="Picture Placeholder 7">
            <a:extLst>
              <a:ext uri="{FF2B5EF4-FFF2-40B4-BE49-F238E27FC236}">
                <a16:creationId xmlns:a16="http://schemas.microsoft.com/office/drawing/2014/main" id="{4284997B-1702-9BBF-447A-2202459E90EF}"/>
              </a:ext>
            </a:extLst>
          </p:cNvPr>
          <p:cNvSpPr>
            <a:spLocks noGrp="1"/>
          </p:cNvSpPr>
          <p:nvPr>
            <p:ph type="pic" sz="quarter" idx="13"/>
          </p:nvPr>
        </p:nvSpPr>
        <p:spPr>
          <a:xfrm>
            <a:off x="7802456" y="2788214"/>
            <a:ext cx="218291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2976"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3069728"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5426852"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5" name="Rectangle 14">
            <a:extLst>
              <a:ext uri="{FF2B5EF4-FFF2-40B4-BE49-F238E27FC236}">
                <a16:creationId xmlns:a16="http://schemas.microsoft.com/office/drawing/2014/main" id="{D4C31299-95D5-168A-7017-7B8EE145F385}"/>
              </a:ext>
            </a:extLst>
          </p:cNvPr>
          <p:cNvSpPr/>
          <p:nvPr userDrawn="1"/>
        </p:nvSpPr>
        <p:spPr>
          <a:xfrm>
            <a:off x="7793764"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5618656"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5618656"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3251183"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3251183"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894622"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894622"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7" name="Text Placeholder 18">
            <a:extLst>
              <a:ext uri="{FF2B5EF4-FFF2-40B4-BE49-F238E27FC236}">
                <a16:creationId xmlns:a16="http://schemas.microsoft.com/office/drawing/2014/main" id="{D2DCE4EA-F6E0-596D-321E-1C1AD6991036}"/>
              </a:ext>
            </a:extLst>
          </p:cNvPr>
          <p:cNvSpPr>
            <a:spLocks noGrp="1"/>
          </p:cNvSpPr>
          <p:nvPr>
            <p:ph type="body" sz="quarter" idx="21" hasCustomPrompt="1"/>
          </p:nvPr>
        </p:nvSpPr>
        <p:spPr>
          <a:xfrm>
            <a:off x="7986128"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8" name="Text Placeholder 21">
            <a:extLst>
              <a:ext uri="{FF2B5EF4-FFF2-40B4-BE49-F238E27FC236}">
                <a16:creationId xmlns:a16="http://schemas.microsoft.com/office/drawing/2014/main" id="{7AC37364-9E5F-0AE7-E945-79579A81FF1E}"/>
              </a:ext>
            </a:extLst>
          </p:cNvPr>
          <p:cNvSpPr>
            <a:spLocks noGrp="1"/>
          </p:cNvSpPr>
          <p:nvPr>
            <p:ph type="body" sz="quarter" idx="22" hasCustomPrompt="1"/>
          </p:nvPr>
        </p:nvSpPr>
        <p:spPr>
          <a:xfrm>
            <a:off x="7986128"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7" name="Text Placeholder 4">
            <a:extLst>
              <a:ext uri="{FF2B5EF4-FFF2-40B4-BE49-F238E27FC236}">
                <a16:creationId xmlns:a16="http://schemas.microsoft.com/office/drawing/2014/main" id="{FEA4ACDE-C775-D6B1-8096-BB27A0B53DD2}"/>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84158126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defRPr/>
            </a:lvl1p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2" name="Title 1">
            <a:extLst>
              <a:ext uri="{FF2B5EF4-FFF2-40B4-BE49-F238E27FC236}">
                <a16:creationId xmlns:a16="http://schemas.microsoft.com/office/drawing/2014/main" id="{DCCA61BB-1E9E-456D-B58D-064A7F1C76A3}"/>
              </a:ext>
            </a:extLst>
          </p:cNvPr>
          <p:cNvSpPr>
            <a:spLocks noGrp="1"/>
          </p:cNvSpPr>
          <p:nvPr>
            <p:ph type="title" hasCustomPrompt="1"/>
          </p:nvPr>
        </p:nvSpPr>
        <p:spPr>
          <a:xfrm>
            <a:off x="665163" y="1032442"/>
            <a:ext cx="9398001" cy="705133"/>
          </a:xfrm>
        </p:spPr>
        <p:txBody>
          <a:bodyPr/>
          <a:lstStyle>
            <a:lvl1pPr>
              <a:defRPr sz="2400"/>
            </a:lvl1pPr>
          </a:lstStyle>
          <a:p>
            <a:r>
              <a:rPr lang="en-GB"/>
              <a:t>Slide title</a:t>
            </a:r>
          </a:p>
        </p:txBody>
      </p:sp>
      <p:sp>
        <p:nvSpPr>
          <p:cNvPr id="4" name="Text Placeholder 4">
            <a:extLst>
              <a:ext uri="{FF2B5EF4-FFF2-40B4-BE49-F238E27FC236}">
                <a16:creationId xmlns:a16="http://schemas.microsoft.com/office/drawing/2014/main" id="{65A96556-A5D3-7789-EFBE-FF07F9131256}"/>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dirty="0"/>
              <a:t>Subtitle</a:t>
            </a:r>
          </a:p>
        </p:txBody>
      </p:sp>
    </p:spTree>
    <p:extLst>
      <p:ext uri="{BB962C8B-B14F-4D97-AF65-F5344CB8AC3E}">
        <p14:creationId xmlns:p14="http://schemas.microsoft.com/office/powerpoint/2010/main" val="283393489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EEA84D-5FF5-4C87-A8CD-2FE2E91BC22C}"/>
              </a:ext>
            </a:extLst>
          </p:cNvPr>
          <p:cNvSpPr>
            <a:spLocks noGrp="1"/>
          </p:cNvSpPr>
          <p:nvPr>
            <p:ph type="title" hasCustomPrompt="1"/>
          </p:nvPr>
        </p:nvSpPr>
        <p:spPr>
          <a:xfrm>
            <a:off x="665163" y="1032442"/>
            <a:ext cx="9398001" cy="709201"/>
          </a:xfrm>
        </p:spPr>
        <p:txBody>
          <a:bodyPr/>
          <a:lstStyle>
            <a:lvl1pPr>
              <a:defRPr sz="2400"/>
            </a:lvl1pPr>
          </a:lstStyle>
          <a:p>
            <a:r>
              <a:rPr lang="en-GB" noProof="0"/>
              <a:t>Slide title</a:t>
            </a:r>
          </a:p>
        </p:txBody>
      </p:sp>
      <p:sp>
        <p:nvSpPr>
          <p:cNvPr id="5" name="Content Placeholder 2">
            <a:extLst>
              <a:ext uri="{FF2B5EF4-FFF2-40B4-BE49-F238E27FC236}">
                <a16:creationId xmlns:a16="http://schemas.microsoft.com/office/drawing/2014/main" id="{F9175149-A099-4F41-8BFB-1C37F0AAFC21}"/>
              </a:ext>
            </a:extLst>
          </p:cNvPr>
          <p:cNvSpPr>
            <a:spLocks noGrp="1"/>
          </p:cNvSpPr>
          <p:nvPr>
            <p:ph sz="quarter" idx="16" hasCustomPrompt="1"/>
          </p:nvPr>
        </p:nvSpPr>
        <p:spPr>
          <a:xfrm>
            <a:off x="5882566" y="2802443"/>
            <a:ext cx="4180601"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Content Placeholder 1">
            <a:extLst>
              <a:ext uri="{FF2B5EF4-FFF2-40B4-BE49-F238E27FC236}">
                <a16:creationId xmlns:a16="http://schemas.microsoft.com/office/drawing/2014/main" id="{AD757474-7227-4BDD-870D-FF87BDF76B07}"/>
              </a:ext>
            </a:extLst>
          </p:cNvPr>
          <p:cNvSpPr>
            <a:spLocks noGrp="1"/>
          </p:cNvSpPr>
          <p:nvPr>
            <p:ph sz="quarter" idx="15" hasCustomPrompt="1"/>
          </p:nvPr>
        </p:nvSpPr>
        <p:spPr>
          <a:xfrm>
            <a:off x="665167" y="2802443"/>
            <a:ext cx="4180601"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ext Placeholder 4">
            <a:extLst>
              <a:ext uri="{FF2B5EF4-FFF2-40B4-BE49-F238E27FC236}">
                <a16:creationId xmlns:a16="http://schemas.microsoft.com/office/drawing/2014/main" id="{612FC3BC-31D0-3E8B-B6CC-43063BD0B67D}"/>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94799196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s (1/3, 2/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678241-41CF-4C36-8136-3B5EFF59525B}"/>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5" name="Content Placeholder 2">
            <a:extLst>
              <a:ext uri="{FF2B5EF4-FFF2-40B4-BE49-F238E27FC236}">
                <a16:creationId xmlns:a16="http://schemas.microsoft.com/office/drawing/2014/main" id="{8F171A6D-C546-417D-A82D-7DBA9617B505}"/>
              </a:ext>
            </a:extLst>
          </p:cNvPr>
          <p:cNvSpPr>
            <a:spLocks noGrp="1"/>
          </p:cNvSpPr>
          <p:nvPr>
            <p:ph sz="quarter" idx="16" hasCustomPrompt="1"/>
          </p:nvPr>
        </p:nvSpPr>
        <p:spPr>
          <a:xfrm>
            <a:off x="3986909" y="2802443"/>
            <a:ext cx="6081019"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Content Placeholder 1">
            <a:extLst>
              <a:ext uri="{FF2B5EF4-FFF2-40B4-BE49-F238E27FC236}">
                <a16:creationId xmlns:a16="http://schemas.microsoft.com/office/drawing/2014/main" id="{AF9062DF-55B9-4B16-B9B3-10FA793D4390}"/>
              </a:ext>
            </a:extLst>
          </p:cNvPr>
          <p:cNvSpPr>
            <a:spLocks noGrp="1"/>
          </p:cNvSpPr>
          <p:nvPr>
            <p:ph sz="quarter" idx="15" hasCustomPrompt="1"/>
          </p:nvPr>
        </p:nvSpPr>
        <p:spPr>
          <a:xfrm>
            <a:off x="665165" y="2802443"/>
            <a:ext cx="2714400"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ext Placeholder 4">
            <a:extLst>
              <a:ext uri="{FF2B5EF4-FFF2-40B4-BE49-F238E27FC236}">
                <a16:creationId xmlns:a16="http://schemas.microsoft.com/office/drawing/2014/main" id="{84BB08B8-AC6F-1448-D859-175B2E33604C}"/>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19914982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s (2/3, 1/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0D86C2-03CA-42D7-B168-CA51FF1A6CCF}"/>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5" name="Content Placeholder 2">
            <a:extLst>
              <a:ext uri="{FF2B5EF4-FFF2-40B4-BE49-F238E27FC236}">
                <a16:creationId xmlns:a16="http://schemas.microsoft.com/office/drawing/2014/main" id="{4EFDDDA8-C558-4002-A15E-2C7179B00530}"/>
              </a:ext>
            </a:extLst>
          </p:cNvPr>
          <p:cNvSpPr>
            <a:spLocks noGrp="1"/>
          </p:cNvSpPr>
          <p:nvPr>
            <p:ph sz="quarter" idx="16" hasCustomPrompt="1"/>
          </p:nvPr>
        </p:nvSpPr>
        <p:spPr>
          <a:xfrm>
            <a:off x="7348764" y="2802443"/>
            <a:ext cx="2714400"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Content Placeholder 1">
            <a:extLst>
              <a:ext uri="{FF2B5EF4-FFF2-40B4-BE49-F238E27FC236}">
                <a16:creationId xmlns:a16="http://schemas.microsoft.com/office/drawing/2014/main" id="{9E177CAB-09E9-45D9-B5E5-87ED47ADE028}"/>
              </a:ext>
            </a:extLst>
          </p:cNvPr>
          <p:cNvSpPr>
            <a:spLocks noGrp="1"/>
          </p:cNvSpPr>
          <p:nvPr>
            <p:ph sz="quarter" idx="15" hasCustomPrompt="1"/>
          </p:nvPr>
        </p:nvSpPr>
        <p:spPr>
          <a:xfrm>
            <a:off x="665165" y="2802443"/>
            <a:ext cx="6039742"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ext Placeholder 4">
            <a:extLst>
              <a:ext uri="{FF2B5EF4-FFF2-40B4-BE49-F238E27FC236}">
                <a16:creationId xmlns:a16="http://schemas.microsoft.com/office/drawing/2014/main" id="{17C0C67D-3F2A-CADA-7A37-B333CA6F061E}"/>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086523994"/>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24ABFD-BFB7-4A6D-8F2C-66FB56A69346}"/>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4" name="Espace réservé du contenu 5">
            <a:extLst>
              <a:ext uri="{FF2B5EF4-FFF2-40B4-BE49-F238E27FC236}">
                <a16:creationId xmlns:a16="http://schemas.microsoft.com/office/drawing/2014/main" id="{8C04D29B-6145-4A33-B103-D04CB5BAA105}"/>
              </a:ext>
            </a:extLst>
          </p:cNvPr>
          <p:cNvSpPr>
            <a:spLocks noGrp="1"/>
          </p:cNvSpPr>
          <p:nvPr>
            <p:ph sz="quarter" idx="12" hasCustomPrompt="1"/>
          </p:nvPr>
        </p:nvSpPr>
        <p:spPr>
          <a:xfrm>
            <a:off x="665165"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5" name="Espace réservé du contenu 7">
            <a:extLst>
              <a:ext uri="{FF2B5EF4-FFF2-40B4-BE49-F238E27FC236}">
                <a16:creationId xmlns:a16="http://schemas.microsoft.com/office/drawing/2014/main" id="{8FE3C4F1-7627-4C97-988A-2B51600A0E6F}"/>
              </a:ext>
            </a:extLst>
          </p:cNvPr>
          <p:cNvSpPr>
            <a:spLocks noGrp="1"/>
          </p:cNvSpPr>
          <p:nvPr>
            <p:ph sz="quarter" idx="13" hasCustomPrompt="1"/>
          </p:nvPr>
        </p:nvSpPr>
        <p:spPr>
          <a:xfrm>
            <a:off x="3986906" y="2802443"/>
            <a:ext cx="2718001"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6" name="Espace réservé du contenu 9">
            <a:extLst>
              <a:ext uri="{FF2B5EF4-FFF2-40B4-BE49-F238E27FC236}">
                <a16:creationId xmlns:a16="http://schemas.microsoft.com/office/drawing/2014/main" id="{B2032ED6-526D-4E24-B6E9-F55FD69E83D4}"/>
              </a:ext>
            </a:extLst>
          </p:cNvPr>
          <p:cNvSpPr>
            <a:spLocks noGrp="1"/>
          </p:cNvSpPr>
          <p:nvPr>
            <p:ph sz="quarter" idx="14" hasCustomPrompt="1"/>
          </p:nvPr>
        </p:nvSpPr>
        <p:spPr>
          <a:xfrm>
            <a:off x="7348764"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7" name="Text Placeholder 4">
            <a:extLst>
              <a:ext uri="{FF2B5EF4-FFF2-40B4-BE49-F238E27FC236}">
                <a16:creationId xmlns:a16="http://schemas.microsoft.com/office/drawing/2014/main" id="{2439EC37-2F2C-944E-AB9F-8CE8F1F89F15}"/>
              </a:ext>
            </a:extLst>
          </p:cNvPr>
          <p:cNvSpPr>
            <a:spLocks noGrp="1"/>
          </p:cNvSpPr>
          <p:nvPr>
            <p:ph type="body" sz="quarter" idx="15"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dirty="0"/>
              <a:t>Subtitle</a:t>
            </a:r>
          </a:p>
        </p:txBody>
      </p:sp>
    </p:spTree>
    <p:extLst>
      <p:ext uri="{BB962C8B-B14F-4D97-AF65-F5344CB8AC3E}">
        <p14:creationId xmlns:p14="http://schemas.microsoft.com/office/powerpoint/2010/main" val="3928012002"/>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our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B1F81-44D6-4EF7-9CE3-5735B6DD1D71}"/>
              </a:ext>
            </a:extLst>
          </p:cNvPr>
          <p:cNvSpPr>
            <a:spLocks noGrp="1"/>
          </p:cNvSpPr>
          <p:nvPr>
            <p:ph type="title" hasCustomPrompt="1"/>
          </p:nvPr>
        </p:nvSpPr>
        <p:spPr>
          <a:xfrm>
            <a:off x="665163" y="1032442"/>
            <a:ext cx="9398001" cy="709201"/>
          </a:xfrm>
        </p:spPr>
        <p:txBody>
          <a:bodyPr/>
          <a:lstStyle>
            <a:lvl1pPr>
              <a:defRPr sz="2400"/>
            </a:lvl1pPr>
          </a:lstStyle>
          <a:p>
            <a:r>
              <a:rPr lang="en-GB" noProof="0"/>
              <a:t>Slide title</a:t>
            </a:r>
            <a:endParaRPr lang="en-GB"/>
          </a:p>
        </p:txBody>
      </p:sp>
      <p:sp>
        <p:nvSpPr>
          <p:cNvPr id="4" name="Content Placeholder 3">
            <a:extLst>
              <a:ext uri="{FF2B5EF4-FFF2-40B4-BE49-F238E27FC236}">
                <a16:creationId xmlns:a16="http://schemas.microsoft.com/office/drawing/2014/main" id="{8BD131B6-C879-4B02-8749-11A05AB944E7}"/>
              </a:ext>
            </a:extLst>
          </p:cNvPr>
          <p:cNvSpPr>
            <a:spLocks noGrp="1"/>
          </p:cNvSpPr>
          <p:nvPr>
            <p:ph sz="quarter" idx="10" hasCustomPrompt="1"/>
          </p:nvPr>
        </p:nvSpPr>
        <p:spPr>
          <a:xfrm>
            <a:off x="665163"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6" name="Content Placeholder 5">
            <a:extLst>
              <a:ext uri="{FF2B5EF4-FFF2-40B4-BE49-F238E27FC236}">
                <a16:creationId xmlns:a16="http://schemas.microsoft.com/office/drawing/2014/main" id="{8A22A1E6-A642-4AD6-AB79-8DE8930FCDBB}"/>
              </a:ext>
            </a:extLst>
          </p:cNvPr>
          <p:cNvSpPr>
            <a:spLocks noGrp="1"/>
          </p:cNvSpPr>
          <p:nvPr>
            <p:ph sz="quarter" idx="11" hasCustomPrompt="1"/>
          </p:nvPr>
        </p:nvSpPr>
        <p:spPr>
          <a:xfrm>
            <a:off x="3105430"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8" name="Content Placeholder 7">
            <a:extLst>
              <a:ext uri="{FF2B5EF4-FFF2-40B4-BE49-F238E27FC236}">
                <a16:creationId xmlns:a16="http://schemas.microsoft.com/office/drawing/2014/main" id="{8A8A34B5-6600-406B-94E8-A6D4627A2D2C}"/>
              </a:ext>
            </a:extLst>
          </p:cNvPr>
          <p:cNvSpPr>
            <a:spLocks noGrp="1"/>
          </p:cNvSpPr>
          <p:nvPr>
            <p:ph sz="quarter" idx="12" hasCustomPrompt="1"/>
          </p:nvPr>
        </p:nvSpPr>
        <p:spPr>
          <a:xfrm>
            <a:off x="5545698"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10" name="Content Placeholder 9">
            <a:extLst>
              <a:ext uri="{FF2B5EF4-FFF2-40B4-BE49-F238E27FC236}">
                <a16:creationId xmlns:a16="http://schemas.microsoft.com/office/drawing/2014/main" id="{01DBA077-4057-42CF-9538-F883259C51B3}"/>
              </a:ext>
            </a:extLst>
          </p:cNvPr>
          <p:cNvSpPr>
            <a:spLocks noGrp="1"/>
          </p:cNvSpPr>
          <p:nvPr>
            <p:ph sz="quarter" idx="13" hasCustomPrompt="1"/>
          </p:nvPr>
        </p:nvSpPr>
        <p:spPr>
          <a:xfrm>
            <a:off x="7985964"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5D184E80-718A-ED9A-F0EB-A5B0774AD5F5}"/>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597464348"/>
      </p:ext>
    </p:extLst>
  </p:cSld>
  <p:clrMapOvr>
    <a:masterClrMapping/>
  </p:clrMapOvr>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our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B1F81-44D6-4EF7-9CE3-5735B6DD1D71}"/>
              </a:ext>
            </a:extLst>
          </p:cNvPr>
          <p:cNvSpPr>
            <a:spLocks noGrp="1"/>
          </p:cNvSpPr>
          <p:nvPr>
            <p:ph type="title" hasCustomPrompt="1"/>
          </p:nvPr>
        </p:nvSpPr>
        <p:spPr>
          <a:xfrm>
            <a:off x="665163" y="1032440"/>
            <a:ext cx="9398001" cy="619206"/>
          </a:xfrm>
        </p:spPr>
        <p:txBody>
          <a:bodyPr/>
          <a:lstStyle>
            <a:lvl1pPr>
              <a:defRPr sz="2400"/>
            </a:lvl1pPr>
          </a:lstStyle>
          <a:p>
            <a:r>
              <a:rPr lang="en-GB" noProof="0"/>
              <a:t>Slide title</a:t>
            </a:r>
            <a:endParaRPr lang="en-GB"/>
          </a:p>
        </p:txBody>
      </p:sp>
      <p:sp>
        <p:nvSpPr>
          <p:cNvPr id="4" name="Content Placeholder 3">
            <a:extLst>
              <a:ext uri="{FF2B5EF4-FFF2-40B4-BE49-F238E27FC236}">
                <a16:creationId xmlns:a16="http://schemas.microsoft.com/office/drawing/2014/main" id="{8BD131B6-C879-4B02-8749-11A05AB944E7}"/>
              </a:ext>
            </a:extLst>
          </p:cNvPr>
          <p:cNvSpPr>
            <a:spLocks noGrp="1"/>
          </p:cNvSpPr>
          <p:nvPr>
            <p:ph sz="quarter" idx="10" hasCustomPrompt="1"/>
          </p:nvPr>
        </p:nvSpPr>
        <p:spPr>
          <a:xfrm>
            <a:off x="665167" y="2802448"/>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6" name="Content Placeholder 5">
            <a:extLst>
              <a:ext uri="{FF2B5EF4-FFF2-40B4-BE49-F238E27FC236}">
                <a16:creationId xmlns:a16="http://schemas.microsoft.com/office/drawing/2014/main" id="{8A22A1E6-A642-4AD6-AB79-8DE8930FCDBB}"/>
              </a:ext>
            </a:extLst>
          </p:cNvPr>
          <p:cNvSpPr>
            <a:spLocks noGrp="1"/>
          </p:cNvSpPr>
          <p:nvPr>
            <p:ph sz="quarter" idx="11" hasCustomPrompt="1"/>
          </p:nvPr>
        </p:nvSpPr>
        <p:spPr>
          <a:xfrm>
            <a:off x="665167" y="4565653"/>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8" name="Content Placeholder 7">
            <a:extLst>
              <a:ext uri="{FF2B5EF4-FFF2-40B4-BE49-F238E27FC236}">
                <a16:creationId xmlns:a16="http://schemas.microsoft.com/office/drawing/2014/main" id="{8A8A34B5-6600-406B-94E8-A6D4627A2D2C}"/>
              </a:ext>
            </a:extLst>
          </p:cNvPr>
          <p:cNvSpPr>
            <a:spLocks noGrp="1"/>
          </p:cNvSpPr>
          <p:nvPr>
            <p:ph sz="quarter" idx="12" hasCustomPrompt="1"/>
          </p:nvPr>
        </p:nvSpPr>
        <p:spPr>
          <a:xfrm>
            <a:off x="5882566" y="2802448"/>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10" name="Content Placeholder 9">
            <a:extLst>
              <a:ext uri="{FF2B5EF4-FFF2-40B4-BE49-F238E27FC236}">
                <a16:creationId xmlns:a16="http://schemas.microsoft.com/office/drawing/2014/main" id="{01DBA077-4057-42CF-9538-F883259C51B3}"/>
              </a:ext>
            </a:extLst>
          </p:cNvPr>
          <p:cNvSpPr>
            <a:spLocks noGrp="1"/>
          </p:cNvSpPr>
          <p:nvPr>
            <p:ph sz="quarter" idx="13" hasCustomPrompt="1"/>
          </p:nvPr>
        </p:nvSpPr>
        <p:spPr>
          <a:xfrm>
            <a:off x="5882566" y="4565653"/>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E9C4B98C-E4D2-8123-9D51-7C700009E705}"/>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691419914"/>
      </p:ext>
    </p:extLst>
  </p:cSld>
  <p:clrMapOvr>
    <a:masterClrMapping/>
  </p:clrMapOvr>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Four Content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B12E61E-BC50-9930-6C67-27A18A6BD925}"/>
              </a:ext>
            </a:extLst>
          </p:cNvPr>
          <p:cNvSpPr/>
          <p:nvPr userDrawn="1"/>
        </p:nvSpPr>
        <p:spPr>
          <a:xfrm>
            <a:off x="628649" y="2666995"/>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 name="Title 1">
            <a:extLst>
              <a:ext uri="{FF2B5EF4-FFF2-40B4-BE49-F238E27FC236}">
                <a16:creationId xmlns:a16="http://schemas.microsoft.com/office/drawing/2014/main" id="{62EB1F81-44D6-4EF7-9CE3-5735B6DD1D71}"/>
              </a:ext>
            </a:extLst>
          </p:cNvPr>
          <p:cNvSpPr>
            <a:spLocks noGrp="1"/>
          </p:cNvSpPr>
          <p:nvPr>
            <p:ph type="title" hasCustomPrompt="1"/>
          </p:nvPr>
        </p:nvSpPr>
        <p:spPr>
          <a:xfrm>
            <a:off x="665163" y="1032440"/>
            <a:ext cx="9398001" cy="619206"/>
          </a:xfrm>
        </p:spPr>
        <p:txBody>
          <a:bodyPr/>
          <a:lstStyle>
            <a:lvl1pPr>
              <a:defRPr sz="2400"/>
            </a:lvl1pPr>
          </a:lstStyle>
          <a:p>
            <a:r>
              <a:rPr lang="en-GB" noProof="0"/>
              <a:t>Slide title</a:t>
            </a:r>
            <a:endParaRPr lang="en-GB"/>
          </a:p>
        </p:txBody>
      </p:sp>
      <p:sp>
        <p:nvSpPr>
          <p:cNvPr id="4" name="Content Placeholder 3">
            <a:extLst>
              <a:ext uri="{FF2B5EF4-FFF2-40B4-BE49-F238E27FC236}">
                <a16:creationId xmlns:a16="http://schemas.microsoft.com/office/drawing/2014/main" id="{8BD131B6-C879-4B02-8749-11A05AB944E7}"/>
              </a:ext>
            </a:extLst>
          </p:cNvPr>
          <p:cNvSpPr>
            <a:spLocks noGrp="1"/>
          </p:cNvSpPr>
          <p:nvPr>
            <p:ph sz="quarter" idx="10" hasCustomPrompt="1"/>
          </p:nvPr>
        </p:nvSpPr>
        <p:spPr>
          <a:xfrm>
            <a:off x="931222" y="3086414"/>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7" name="Rounded Rectangle 6">
            <a:extLst>
              <a:ext uri="{FF2B5EF4-FFF2-40B4-BE49-F238E27FC236}">
                <a16:creationId xmlns:a16="http://schemas.microsoft.com/office/drawing/2014/main" id="{FA4FF28C-529D-43D3-DD1F-274E293FD77A}"/>
              </a:ext>
            </a:extLst>
          </p:cNvPr>
          <p:cNvSpPr/>
          <p:nvPr userDrawn="1"/>
        </p:nvSpPr>
        <p:spPr>
          <a:xfrm>
            <a:off x="628649" y="4675683"/>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9" name="Content Placeholder 3">
            <a:extLst>
              <a:ext uri="{FF2B5EF4-FFF2-40B4-BE49-F238E27FC236}">
                <a16:creationId xmlns:a16="http://schemas.microsoft.com/office/drawing/2014/main" id="{B8A47E6B-7ACA-222C-4724-6643FCB1E6C0}"/>
              </a:ext>
            </a:extLst>
          </p:cNvPr>
          <p:cNvSpPr>
            <a:spLocks noGrp="1"/>
          </p:cNvSpPr>
          <p:nvPr>
            <p:ph sz="quarter" idx="15" hasCustomPrompt="1"/>
          </p:nvPr>
        </p:nvSpPr>
        <p:spPr>
          <a:xfrm>
            <a:off x="931222" y="5095102"/>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11" name="Rounded Rectangle 10">
            <a:extLst>
              <a:ext uri="{FF2B5EF4-FFF2-40B4-BE49-F238E27FC236}">
                <a16:creationId xmlns:a16="http://schemas.microsoft.com/office/drawing/2014/main" id="{7446EAA6-E3C1-0D56-503D-A5E3DEA06A8C}"/>
              </a:ext>
            </a:extLst>
          </p:cNvPr>
          <p:cNvSpPr/>
          <p:nvPr userDrawn="1"/>
        </p:nvSpPr>
        <p:spPr>
          <a:xfrm>
            <a:off x="5330748" y="2666995"/>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2" name="Content Placeholder 3">
            <a:extLst>
              <a:ext uri="{FF2B5EF4-FFF2-40B4-BE49-F238E27FC236}">
                <a16:creationId xmlns:a16="http://schemas.microsoft.com/office/drawing/2014/main" id="{4C64CEFE-4FCB-0F8C-EC42-2FF598EACD6A}"/>
              </a:ext>
            </a:extLst>
          </p:cNvPr>
          <p:cNvSpPr>
            <a:spLocks noGrp="1"/>
          </p:cNvSpPr>
          <p:nvPr>
            <p:ph sz="quarter" idx="16" hasCustomPrompt="1"/>
          </p:nvPr>
        </p:nvSpPr>
        <p:spPr>
          <a:xfrm>
            <a:off x="5633321" y="3086414"/>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13" name="Rounded Rectangle 12">
            <a:extLst>
              <a:ext uri="{FF2B5EF4-FFF2-40B4-BE49-F238E27FC236}">
                <a16:creationId xmlns:a16="http://schemas.microsoft.com/office/drawing/2014/main" id="{053B9138-CA84-C35F-46AD-F826241A210F}"/>
              </a:ext>
            </a:extLst>
          </p:cNvPr>
          <p:cNvSpPr/>
          <p:nvPr userDrawn="1"/>
        </p:nvSpPr>
        <p:spPr>
          <a:xfrm>
            <a:off x="5330748" y="4675683"/>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Content Placeholder 3">
            <a:extLst>
              <a:ext uri="{FF2B5EF4-FFF2-40B4-BE49-F238E27FC236}">
                <a16:creationId xmlns:a16="http://schemas.microsoft.com/office/drawing/2014/main" id="{EBC7D18E-B3EC-2274-2E13-B49BBEB9456F}"/>
              </a:ext>
            </a:extLst>
          </p:cNvPr>
          <p:cNvSpPr>
            <a:spLocks noGrp="1"/>
          </p:cNvSpPr>
          <p:nvPr>
            <p:ph sz="quarter" idx="17" hasCustomPrompt="1"/>
          </p:nvPr>
        </p:nvSpPr>
        <p:spPr>
          <a:xfrm>
            <a:off x="5633321" y="5095102"/>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6" name="Text Placeholder 4">
            <a:extLst>
              <a:ext uri="{FF2B5EF4-FFF2-40B4-BE49-F238E27FC236}">
                <a16:creationId xmlns:a16="http://schemas.microsoft.com/office/drawing/2014/main" id="{AA669579-F586-2DFE-1A52-BF74F3752E2E}"/>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252110713"/>
      </p:ext>
    </p:extLst>
  </p:cSld>
  <p:clrMapOvr>
    <a:masterClrMapping/>
  </p:clrMapOvr>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ft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a:xfrm>
            <a:off x="5846052" y="1032442"/>
            <a:ext cx="4217115" cy="864587"/>
          </a:xfrm>
        </p:spPr>
        <p:txBody>
          <a:bodyPr/>
          <a:lstStyle>
            <a:lvl1pPr>
              <a:defRPr sz="2400"/>
            </a:lvl1pPr>
          </a:lstStyle>
          <a:p>
            <a:r>
              <a:rPr lang="en-GB" noProof="0"/>
              <a:t>Slide title</a:t>
            </a:r>
          </a:p>
        </p:txBody>
      </p:sp>
      <p:sp>
        <p:nvSpPr>
          <p:cNvPr id="7" name="Content Placeholder 2">
            <a:extLst>
              <a:ext uri="{FF2B5EF4-FFF2-40B4-BE49-F238E27FC236}">
                <a16:creationId xmlns:a16="http://schemas.microsoft.com/office/drawing/2014/main" id="{3B099D75-4B83-4AE8-9C88-5935E02B0536}"/>
              </a:ext>
            </a:extLst>
          </p:cNvPr>
          <p:cNvSpPr>
            <a:spLocks noGrp="1"/>
          </p:cNvSpPr>
          <p:nvPr>
            <p:ph idx="1" hasCustomPrompt="1"/>
          </p:nvPr>
        </p:nvSpPr>
        <p:spPr>
          <a:xfrm>
            <a:off x="5846052" y="2802443"/>
            <a:ext cx="4217115" cy="3269738"/>
          </a:xfrm>
        </p:spPr>
        <p:txBody>
          <a:bodyPr/>
          <a:lstStyle>
            <a:lvl1pPr>
              <a:defRPr/>
            </a:lvl1p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9" name="Picture Placeholder 8">
            <a:extLst>
              <a:ext uri="{FF2B5EF4-FFF2-40B4-BE49-F238E27FC236}">
                <a16:creationId xmlns:a16="http://schemas.microsoft.com/office/drawing/2014/main" id="{BF1BB149-136D-4116-8379-5710241A176C}"/>
              </a:ext>
            </a:extLst>
          </p:cNvPr>
          <p:cNvSpPr>
            <a:spLocks noGrp="1"/>
          </p:cNvSpPr>
          <p:nvPr>
            <p:ph type="pic" sz="quarter" idx="11"/>
          </p:nvPr>
        </p:nvSpPr>
        <p:spPr>
          <a:xfrm>
            <a:off x="3" y="0"/>
            <a:ext cx="5397501" cy="7559675"/>
          </a:xfrm>
          <a:solidFill>
            <a:schemeClr val="bg1">
              <a:lumMod val="95000"/>
            </a:schemeClr>
          </a:solidFill>
        </p:spPr>
        <p:txBody>
          <a:bodyPr anchor="ctr"/>
          <a:lstStyle>
            <a:lvl1pPr marL="0" indent="0" algn="ctr">
              <a:buNone/>
              <a:defRPr>
                <a:noFill/>
              </a:defRPr>
            </a:lvl1pPr>
          </a:lstStyle>
          <a:p>
            <a:r>
              <a:rPr lang="en-US"/>
              <a:t>Click icon to add picture</a:t>
            </a:r>
          </a:p>
        </p:txBody>
      </p:sp>
      <p:sp>
        <p:nvSpPr>
          <p:cNvPr id="4" name="Text Placeholder 4">
            <a:extLst>
              <a:ext uri="{FF2B5EF4-FFF2-40B4-BE49-F238E27FC236}">
                <a16:creationId xmlns:a16="http://schemas.microsoft.com/office/drawing/2014/main" id="{F5A99006-B2CC-1034-3FD2-98BB2FB2EB1B}"/>
              </a:ext>
            </a:extLst>
          </p:cNvPr>
          <p:cNvSpPr>
            <a:spLocks noGrp="1"/>
          </p:cNvSpPr>
          <p:nvPr>
            <p:ph type="body" sz="quarter" idx="10" hasCustomPrompt="1"/>
          </p:nvPr>
        </p:nvSpPr>
        <p:spPr>
          <a:xfrm>
            <a:off x="5846049" y="2347159"/>
            <a:ext cx="4217113" cy="455285"/>
          </a:xfrm>
          <a:noFill/>
        </p:spPr>
        <p:txBody>
          <a:bodyPr bIns="0" anchor="t"/>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dirty="0"/>
              <a:t>Subtitle</a:t>
            </a:r>
          </a:p>
        </p:txBody>
      </p:sp>
    </p:spTree>
    <p:extLst>
      <p:ext uri="{BB962C8B-B14F-4D97-AF65-F5344CB8AC3E}">
        <p14:creationId xmlns:p14="http://schemas.microsoft.com/office/powerpoint/2010/main" val="426774496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ight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a:xfrm>
            <a:off x="665166" y="1032442"/>
            <a:ext cx="4180601" cy="864587"/>
          </a:xfrm>
        </p:spPr>
        <p:txBody>
          <a:bodyPr/>
          <a:lstStyle>
            <a:lvl1pPr>
              <a:defRPr sz="2400"/>
            </a:lvl1pPr>
          </a:lstStyle>
          <a:p>
            <a:r>
              <a:rPr lang="en-GB" noProof="0"/>
              <a:t>Slide title</a:t>
            </a:r>
          </a:p>
        </p:txBody>
      </p:sp>
      <p:sp>
        <p:nvSpPr>
          <p:cNvPr id="8" name="Content Placeholder 2">
            <a:extLst>
              <a:ext uri="{FF2B5EF4-FFF2-40B4-BE49-F238E27FC236}">
                <a16:creationId xmlns:a16="http://schemas.microsoft.com/office/drawing/2014/main" id="{8FF50214-EE6D-4D2F-8B42-7ABE577137B4}"/>
              </a:ext>
            </a:extLst>
          </p:cNvPr>
          <p:cNvSpPr>
            <a:spLocks noGrp="1"/>
          </p:cNvSpPr>
          <p:nvPr>
            <p:ph idx="1" hasCustomPrompt="1"/>
          </p:nvPr>
        </p:nvSpPr>
        <p:spPr>
          <a:xfrm>
            <a:off x="665166" y="2802443"/>
            <a:ext cx="4180601" cy="3269738"/>
          </a:xfrm>
        </p:spPr>
        <p:txBody>
          <a:bodyPr/>
          <a:lstStyle>
            <a:lvl1pPr>
              <a:defRPr/>
            </a:lvl1p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9" name="Picture Placeholder 8">
            <a:extLst>
              <a:ext uri="{FF2B5EF4-FFF2-40B4-BE49-F238E27FC236}">
                <a16:creationId xmlns:a16="http://schemas.microsoft.com/office/drawing/2014/main" id="{1C52AC07-BDDB-4B92-BEB0-F59687FB208A}"/>
              </a:ext>
            </a:extLst>
          </p:cNvPr>
          <p:cNvSpPr>
            <a:spLocks noGrp="1"/>
          </p:cNvSpPr>
          <p:nvPr>
            <p:ph type="pic" sz="quarter" idx="11"/>
          </p:nvPr>
        </p:nvSpPr>
        <p:spPr>
          <a:xfrm>
            <a:off x="5294315" y="0"/>
            <a:ext cx="5397501" cy="7559675"/>
          </a:xfrm>
          <a:solidFill>
            <a:schemeClr val="bg1">
              <a:lumMod val="95000"/>
            </a:schemeClr>
          </a:solidFill>
        </p:spPr>
        <p:txBody>
          <a:bodyPr anchor="ctr"/>
          <a:lstStyle>
            <a:lvl1pPr marL="0" indent="0" algn="ctr">
              <a:buNone/>
              <a:defRPr>
                <a:noFill/>
              </a:defRPr>
            </a:lvl1pPr>
          </a:lstStyle>
          <a:p>
            <a:r>
              <a:rPr lang="en-US"/>
              <a:t>Click icon to add picture</a:t>
            </a:r>
          </a:p>
        </p:txBody>
      </p:sp>
      <p:sp>
        <p:nvSpPr>
          <p:cNvPr id="5" name="Text Placeholder 4">
            <a:extLst>
              <a:ext uri="{FF2B5EF4-FFF2-40B4-BE49-F238E27FC236}">
                <a16:creationId xmlns:a16="http://schemas.microsoft.com/office/drawing/2014/main" id="{5FAF3B1F-99E4-78A4-2C2C-1B6C61258436}"/>
              </a:ext>
            </a:extLst>
          </p:cNvPr>
          <p:cNvSpPr>
            <a:spLocks noGrp="1"/>
          </p:cNvSpPr>
          <p:nvPr>
            <p:ph type="body" sz="quarter" idx="10" hasCustomPrompt="1"/>
          </p:nvPr>
        </p:nvSpPr>
        <p:spPr>
          <a:xfrm>
            <a:off x="665163" y="2347159"/>
            <a:ext cx="4217113" cy="455285"/>
          </a:xfrm>
          <a:noFill/>
        </p:spPr>
        <p:txBody>
          <a:bodyPr bIns="0" anchor="t"/>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984636999"/>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Text Placeholder 4">
            <a:extLst>
              <a:ext uri="{FF2B5EF4-FFF2-40B4-BE49-F238E27FC236}">
                <a16:creationId xmlns:a16="http://schemas.microsoft.com/office/drawing/2014/main" id="{66A54C84-3901-C94E-E787-087A7B3B12DC}"/>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08118806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31AD921E-299C-D3C4-7820-5E024D410839}"/>
              </a:ext>
            </a:extLst>
          </p:cNvPr>
          <p:cNvSpPr/>
          <p:nvPr userDrawn="1"/>
        </p:nvSpPr>
        <p:spPr>
          <a:xfrm rot="5400000">
            <a:off x="1254279" y="2061543"/>
            <a:ext cx="1770667" cy="2948898"/>
          </a:xfrm>
          <a:prstGeom prst="roundRect">
            <a:avLst>
              <a:gd name="adj" fmla="val 9296"/>
            </a:avLst>
          </a:prstGeom>
          <a:solidFill>
            <a:schemeClr val="bg1"/>
          </a:solidFill>
          <a:ln>
            <a:solidFill>
              <a:schemeClr val="accent3"/>
            </a:solidFill>
          </a:ln>
          <a:effectLst>
            <a:outerShdw blurRad="753720" dist="38100" dir="5400000" sx="96000" sy="96000" algn="t" rotWithShape="0">
              <a:srgbClr val="FFA400">
                <a:alpha val="30049"/>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A9972123-411B-D1A3-AA3D-1DC9A130C63F}"/>
              </a:ext>
            </a:extLst>
          </p:cNvPr>
          <p:cNvSpPr/>
          <p:nvPr userDrawn="1"/>
        </p:nvSpPr>
        <p:spPr>
          <a:xfrm rot="5400000">
            <a:off x="4478830" y="2061543"/>
            <a:ext cx="1770667" cy="2948898"/>
          </a:xfrm>
          <a:prstGeom prst="roundRect">
            <a:avLst>
              <a:gd name="adj" fmla="val 9296"/>
            </a:avLst>
          </a:prstGeom>
          <a:solidFill>
            <a:schemeClr val="bg1"/>
          </a:solidFill>
          <a:ln>
            <a:solidFill>
              <a:schemeClr val="accent6"/>
            </a:solidFill>
          </a:ln>
          <a:effectLst>
            <a:outerShdw blurRad="753720" dist="38100" dir="5400000" sx="96000" sy="96000" algn="t" rotWithShape="0">
              <a:srgbClr val="4B5F8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6" name="Rounded Rectangle 5">
            <a:extLst>
              <a:ext uri="{FF2B5EF4-FFF2-40B4-BE49-F238E27FC236}">
                <a16:creationId xmlns:a16="http://schemas.microsoft.com/office/drawing/2014/main" id="{527D9BCA-86C8-2330-D1A4-1BFB0816F27B}"/>
              </a:ext>
            </a:extLst>
          </p:cNvPr>
          <p:cNvSpPr/>
          <p:nvPr userDrawn="1"/>
        </p:nvSpPr>
        <p:spPr>
          <a:xfrm rot="5400000">
            <a:off x="7703382" y="2061543"/>
            <a:ext cx="1770667" cy="2948898"/>
          </a:xfrm>
          <a:prstGeom prst="roundRect">
            <a:avLst>
              <a:gd name="adj" fmla="val 9296"/>
            </a:avLst>
          </a:prstGeom>
          <a:solidFill>
            <a:schemeClr val="bg1"/>
          </a:solidFill>
          <a:ln>
            <a:solidFill>
              <a:schemeClr val="accent3"/>
            </a:solidFill>
          </a:ln>
          <a:effectLst>
            <a:outerShdw blurRad="753720" dist="38100" dir="5400000" sx="96000" sy="96000" algn="t" rotWithShape="0">
              <a:srgbClr val="FFA400">
                <a:alpha val="30049"/>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7" name="Rounded Rectangle 6">
            <a:extLst>
              <a:ext uri="{FF2B5EF4-FFF2-40B4-BE49-F238E27FC236}">
                <a16:creationId xmlns:a16="http://schemas.microsoft.com/office/drawing/2014/main" id="{471A1710-EEEB-21D3-8499-754CAE5D2E4A}"/>
              </a:ext>
            </a:extLst>
          </p:cNvPr>
          <p:cNvSpPr/>
          <p:nvPr userDrawn="1"/>
        </p:nvSpPr>
        <p:spPr>
          <a:xfrm rot="5400000">
            <a:off x="1254279" y="4167455"/>
            <a:ext cx="1770667" cy="2948898"/>
          </a:xfrm>
          <a:prstGeom prst="roundRect">
            <a:avLst>
              <a:gd name="adj" fmla="val 9296"/>
            </a:avLst>
          </a:prstGeom>
          <a:solidFill>
            <a:schemeClr val="bg1"/>
          </a:solidFill>
          <a:ln>
            <a:solidFill>
              <a:schemeClr val="accent6"/>
            </a:solidFill>
          </a:ln>
          <a:effectLst>
            <a:outerShdw blurRad="753720" dist="38100" dir="5400000" sx="96000" sy="96000" algn="t" rotWithShape="0">
              <a:srgbClr val="4B5F8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Rounded Rectangle 7">
            <a:extLst>
              <a:ext uri="{FF2B5EF4-FFF2-40B4-BE49-F238E27FC236}">
                <a16:creationId xmlns:a16="http://schemas.microsoft.com/office/drawing/2014/main" id="{B3C32386-9995-05A5-4D53-B77FBDB4EEC3}"/>
              </a:ext>
            </a:extLst>
          </p:cNvPr>
          <p:cNvSpPr/>
          <p:nvPr userDrawn="1"/>
        </p:nvSpPr>
        <p:spPr>
          <a:xfrm rot="5400000">
            <a:off x="4478830" y="4167455"/>
            <a:ext cx="1770667" cy="2948898"/>
          </a:xfrm>
          <a:prstGeom prst="roundRect">
            <a:avLst>
              <a:gd name="adj" fmla="val 9296"/>
            </a:avLst>
          </a:prstGeom>
          <a:solidFill>
            <a:schemeClr val="bg1"/>
          </a:solidFill>
          <a:ln>
            <a:solidFill>
              <a:schemeClr val="accent3"/>
            </a:solidFill>
          </a:ln>
          <a:effectLst>
            <a:outerShdw blurRad="753720" dist="38100" dir="5400000" sx="96000" sy="96000" algn="t" rotWithShape="0">
              <a:srgbClr val="FFA400">
                <a:alpha val="30049"/>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9" name="Rounded Rectangle 8">
            <a:extLst>
              <a:ext uri="{FF2B5EF4-FFF2-40B4-BE49-F238E27FC236}">
                <a16:creationId xmlns:a16="http://schemas.microsoft.com/office/drawing/2014/main" id="{A8B13388-E13E-BCFA-7018-CE070B415784}"/>
              </a:ext>
            </a:extLst>
          </p:cNvPr>
          <p:cNvSpPr/>
          <p:nvPr userDrawn="1"/>
        </p:nvSpPr>
        <p:spPr>
          <a:xfrm rot="5400000">
            <a:off x="7703382" y="4167455"/>
            <a:ext cx="1770667" cy="2948898"/>
          </a:xfrm>
          <a:prstGeom prst="roundRect">
            <a:avLst>
              <a:gd name="adj" fmla="val 9296"/>
            </a:avLst>
          </a:prstGeom>
          <a:solidFill>
            <a:schemeClr val="bg1"/>
          </a:solidFill>
          <a:ln>
            <a:solidFill>
              <a:schemeClr val="accent6"/>
            </a:solidFill>
          </a:ln>
          <a:effectLst>
            <a:outerShdw blurRad="753720" dist="38100" dir="5400000" sx="96000" sy="96000" algn="t" rotWithShape="0">
              <a:srgbClr val="4B5F8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34" name="Text Placeholder 33">
            <a:extLst>
              <a:ext uri="{FF2B5EF4-FFF2-40B4-BE49-F238E27FC236}">
                <a16:creationId xmlns:a16="http://schemas.microsoft.com/office/drawing/2014/main" id="{800B566C-0372-29E4-5D59-62BA07E5DF43}"/>
              </a:ext>
            </a:extLst>
          </p:cNvPr>
          <p:cNvSpPr>
            <a:spLocks noGrp="1"/>
          </p:cNvSpPr>
          <p:nvPr>
            <p:ph type="body" sz="quarter" idx="15" hasCustomPrompt="1"/>
          </p:nvPr>
        </p:nvSpPr>
        <p:spPr>
          <a:xfrm>
            <a:off x="664529" y="2650556"/>
            <a:ext cx="1070639" cy="1770925"/>
          </a:xfrm>
        </p:spPr>
        <p:txBody>
          <a:bodyPr anchor="ctr"/>
          <a:lstStyle>
            <a:lvl1pPr marL="0" indent="0" algn="l" defTabSz="801899" rtl="0" eaLnBrk="1" latinLnBrk="0" hangingPunct="1">
              <a:lnSpc>
                <a:spcPct val="90000"/>
              </a:lnSpc>
              <a:spcBef>
                <a:spcPct val="0"/>
              </a:spcBef>
              <a:buNone/>
              <a:defRPr lang="en-GB" sz="3274" b="1" kern="1200" smtClean="0">
                <a:gradFill flip="none" rotWithShape="1">
                  <a:gsLst>
                    <a:gs pos="0">
                      <a:schemeClr val="accent4"/>
                    </a:gs>
                    <a:gs pos="100000">
                      <a:srgbClr val="FFA400"/>
                    </a:gs>
                  </a:gsLst>
                  <a:lin ang="0" scaled="1"/>
                </a:gra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1</a:t>
            </a:r>
          </a:p>
        </p:txBody>
      </p:sp>
      <p:sp>
        <p:nvSpPr>
          <p:cNvPr id="36" name="Text Placeholder 33">
            <a:extLst>
              <a:ext uri="{FF2B5EF4-FFF2-40B4-BE49-F238E27FC236}">
                <a16:creationId xmlns:a16="http://schemas.microsoft.com/office/drawing/2014/main" id="{0596C4AD-57BB-30A2-5E1D-91C8CD7B4F6A}"/>
              </a:ext>
            </a:extLst>
          </p:cNvPr>
          <p:cNvSpPr>
            <a:spLocks noGrp="1"/>
          </p:cNvSpPr>
          <p:nvPr>
            <p:ph type="body" sz="quarter" idx="16" hasCustomPrompt="1"/>
          </p:nvPr>
        </p:nvSpPr>
        <p:spPr>
          <a:xfrm>
            <a:off x="664529" y="4745951"/>
            <a:ext cx="1070639" cy="1770925"/>
          </a:xfrm>
        </p:spPr>
        <p:txBody>
          <a:bodyPr anchor="ctr"/>
          <a:lstStyle>
            <a:lvl1pPr marL="0" indent="0" algn="l" defTabSz="801899" rtl="0" eaLnBrk="1" latinLnBrk="0" hangingPunct="1">
              <a:lnSpc>
                <a:spcPct val="90000"/>
              </a:lnSpc>
              <a:spcBef>
                <a:spcPct val="0"/>
              </a:spcBef>
              <a:buNone/>
              <a:defRPr lang="en-GB" sz="3274" b="1" kern="1200" smtClean="0">
                <a:solidFill>
                  <a:srgbClr val="4B5F80"/>
                </a:soli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4</a:t>
            </a:r>
          </a:p>
        </p:txBody>
      </p:sp>
      <p:sp>
        <p:nvSpPr>
          <p:cNvPr id="37" name="Text Placeholder 33">
            <a:extLst>
              <a:ext uri="{FF2B5EF4-FFF2-40B4-BE49-F238E27FC236}">
                <a16:creationId xmlns:a16="http://schemas.microsoft.com/office/drawing/2014/main" id="{CA17D34A-8B27-5680-2189-8A6419816563}"/>
              </a:ext>
            </a:extLst>
          </p:cNvPr>
          <p:cNvSpPr>
            <a:spLocks noGrp="1"/>
          </p:cNvSpPr>
          <p:nvPr>
            <p:ph type="body" sz="quarter" idx="17" hasCustomPrompt="1"/>
          </p:nvPr>
        </p:nvSpPr>
        <p:spPr>
          <a:xfrm>
            <a:off x="3883569" y="2650556"/>
            <a:ext cx="1070639" cy="1770925"/>
          </a:xfrm>
        </p:spPr>
        <p:txBody>
          <a:bodyPr anchor="ctr"/>
          <a:lstStyle>
            <a:lvl1pPr marL="0" indent="0" algn="l" defTabSz="801899" rtl="0" eaLnBrk="1" latinLnBrk="0" hangingPunct="1">
              <a:lnSpc>
                <a:spcPct val="90000"/>
              </a:lnSpc>
              <a:spcBef>
                <a:spcPct val="0"/>
              </a:spcBef>
              <a:buNone/>
              <a:defRPr lang="en-GB" sz="3274" b="1" kern="1200" smtClean="0">
                <a:solidFill>
                  <a:srgbClr val="4B5F80"/>
                </a:soli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2</a:t>
            </a:r>
          </a:p>
        </p:txBody>
      </p:sp>
      <p:sp>
        <p:nvSpPr>
          <p:cNvPr id="38" name="Text Placeholder 33">
            <a:extLst>
              <a:ext uri="{FF2B5EF4-FFF2-40B4-BE49-F238E27FC236}">
                <a16:creationId xmlns:a16="http://schemas.microsoft.com/office/drawing/2014/main" id="{0052A383-7A3E-CA0B-8E85-8534C94474AF}"/>
              </a:ext>
            </a:extLst>
          </p:cNvPr>
          <p:cNvSpPr>
            <a:spLocks noGrp="1"/>
          </p:cNvSpPr>
          <p:nvPr>
            <p:ph type="body" sz="quarter" idx="18" hasCustomPrompt="1"/>
          </p:nvPr>
        </p:nvSpPr>
        <p:spPr>
          <a:xfrm>
            <a:off x="3883569" y="4745951"/>
            <a:ext cx="1070639" cy="1770925"/>
          </a:xfrm>
        </p:spPr>
        <p:txBody>
          <a:bodyPr anchor="ctr"/>
          <a:lstStyle>
            <a:lvl1pPr marL="0" indent="0" algn="l" defTabSz="801899" rtl="0" eaLnBrk="1" latinLnBrk="0" hangingPunct="1">
              <a:lnSpc>
                <a:spcPct val="90000"/>
              </a:lnSpc>
              <a:spcBef>
                <a:spcPct val="0"/>
              </a:spcBef>
              <a:buNone/>
              <a:defRPr lang="en-GB" sz="3274" b="1" kern="1200" smtClean="0">
                <a:gradFill flip="none" rotWithShape="1">
                  <a:gsLst>
                    <a:gs pos="0">
                      <a:schemeClr val="accent4"/>
                    </a:gs>
                    <a:gs pos="100000">
                      <a:srgbClr val="FFA400"/>
                    </a:gs>
                  </a:gsLst>
                  <a:lin ang="0" scaled="1"/>
                </a:gra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5</a:t>
            </a:r>
          </a:p>
        </p:txBody>
      </p:sp>
      <p:sp>
        <p:nvSpPr>
          <p:cNvPr id="39" name="Text Placeholder 33">
            <a:extLst>
              <a:ext uri="{FF2B5EF4-FFF2-40B4-BE49-F238E27FC236}">
                <a16:creationId xmlns:a16="http://schemas.microsoft.com/office/drawing/2014/main" id="{64D469C4-5E50-90DA-2D72-6F3E8E78A1CF}"/>
              </a:ext>
            </a:extLst>
          </p:cNvPr>
          <p:cNvSpPr>
            <a:spLocks noGrp="1"/>
          </p:cNvSpPr>
          <p:nvPr>
            <p:ph type="body" sz="quarter" idx="19" hasCustomPrompt="1"/>
          </p:nvPr>
        </p:nvSpPr>
        <p:spPr>
          <a:xfrm>
            <a:off x="7102611" y="2650556"/>
            <a:ext cx="1070639" cy="1770925"/>
          </a:xfrm>
        </p:spPr>
        <p:txBody>
          <a:bodyPr anchor="ctr"/>
          <a:lstStyle>
            <a:lvl1pPr marL="0" indent="0" algn="l" defTabSz="801899" rtl="0" eaLnBrk="1" latinLnBrk="0" hangingPunct="1">
              <a:lnSpc>
                <a:spcPct val="90000"/>
              </a:lnSpc>
              <a:spcBef>
                <a:spcPct val="0"/>
              </a:spcBef>
              <a:buNone/>
              <a:defRPr lang="en-GB" sz="3274" b="1" kern="1200" smtClean="0">
                <a:gradFill flip="none" rotWithShape="1">
                  <a:gsLst>
                    <a:gs pos="0">
                      <a:schemeClr val="accent4"/>
                    </a:gs>
                    <a:gs pos="100000">
                      <a:srgbClr val="FFA400"/>
                    </a:gs>
                  </a:gsLst>
                  <a:lin ang="0" scaled="1"/>
                </a:gra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3</a:t>
            </a:r>
          </a:p>
        </p:txBody>
      </p:sp>
      <p:sp>
        <p:nvSpPr>
          <p:cNvPr id="40" name="Text Placeholder 33">
            <a:extLst>
              <a:ext uri="{FF2B5EF4-FFF2-40B4-BE49-F238E27FC236}">
                <a16:creationId xmlns:a16="http://schemas.microsoft.com/office/drawing/2014/main" id="{FBCA0B58-9531-6E66-B270-5BC42D3F5152}"/>
              </a:ext>
            </a:extLst>
          </p:cNvPr>
          <p:cNvSpPr>
            <a:spLocks noGrp="1"/>
          </p:cNvSpPr>
          <p:nvPr>
            <p:ph type="body" sz="quarter" idx="20" hasCustomPrompt="1"/>
          </p:nvPr>
        </p:nvSpPr>
        <p:spPr>
          <a:xfrm>
            <a:off x="7102611" y="4745951"/>
            <a:ext cx="1070639" cy="1770925"/>
          </a:xfrm>
        </p:spPr>
        <p:txBody>
          <a:bodyPr anchor="ctr"/>
          <a:lstStyle>
            <a:lvl1pPr marL="0" indent="0" algn="l" defTabSz="801899" rtl="0" eaLnBrk="1" latinLnBrk="0" hangingPunct="1">
              <a:lnSpc>
                <a:spcPct val="90000"/>
              </a:lnSpc>
              <a:spcBef>
                <a:spcPct val="0"/>
              </a:spcBef>
              <a:buNone/>
              <a:defRPr lang="en-GB" sz="3274" b="1" kern="1200" smtClean="0">
                <a:solidFill>
                  <a:srgbClr val="4B5F80"/>
                </a:soli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6</a:t>
            </a:r>
          </a:p>
        </p:txBody>
      </p:sp>
      <p:sp>
        <p:nvSpPr>
          <p:cNvPr id="10" name="Text Placeholder 4">
            <a:extLst>
              <a:ext uri="{FF2B5EF4-FFF2-40B4-BE49-F238E27FC236}">
                <a16:creationId xmlns:a16="http://schemas.microsoft.com/office/drawing/2014/main" id="{9E46882F-DB78-AC85-0A41-E7D5E3057488}"/>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aison Neue Light Italic" panose="020B0304040000000000" pitchFamily="34" charset="77"/>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85857094"/>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4" name="Text Placeholder 4">
            <a:extLst>
              <a:ext uri="{FF2B5EF4-FFF2-40B4-BE49-F238E27FC236}">
                <a16:creationId xmlns:a16="http://schemas.microsoft.com/office/drawing/2014/main" id="{A61987B9-8783-6974-C610-4CB20A32EECC}"/>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18549040"/>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sclaimer (general)">
    <p:spTree>
      <p:nvGrpSpPr>
        <p:cNvPr id="1" name=""/>
        <p:cNvGrpSpPr/>
        <p:nvPr/>
      </p:nvGrpSpPr>
      <p:grpSpPr>
        <a:xfrm>
          <a:off x="0" y="0"/>
          <a:ext cx="0" cy="0"/>
          <a:chOff x="0" y="0"/>
          <a:chExt cx="0" cy="0"/>
        </a:xfrm>
      </p:grpSpPr>
      <p:grpSp>
        <p:nvGrpSpPr>
          <p:cNvPr id="2" name="EN Disclaimer">
            <a:extLst>
              <a:ext uri="{FF2B5EF4-FFF2-40B4-BE49-F238E27FC236}">
                <a16:creationId xmlns:a16="http://schemas.microsoft.com/office/drawing/2014/main" id="{66D3F688-554B-4C38-87B6-3BAB54314DF8}"/>
              </a:ext>
            </a:extLst>
          </p:cNvPr>
          <p:cNvGrpSpPr/>
          <p:nvPr userDrawn="1"/>
        </p:nvGrpSpPr>
        <p:grpSpPr>
          <a:xfrm>
            <a:off x="1575235" y="1906248"/>
            <a:ext cx="7541343" cy="3747180"/>
            <a:chOff x="1618505" y="2687008"/>
            <a:chExt cx="7541343" cy="3747180"/>
          </a:xfrm>
        </p:grpSpPr>
        <p:sp>
          <p:nvSpPr>
            <p:cNvPr id="3" name="TextBox 7">
              <a:extLst>
                <a:ext uri="{FF2B5EF4-FFF2-40B4-BE49-F238E27FC236}">
                  <a16:creationId xmlns:a16="http://schemas.microsoft.com/office/drawing/2014/main" id="{11631E77-A784-40C0-BF97-5FEDB1C9CADF}"/>
                </a:ext>
              </a:extLst>
            </p:cNvPr>
            <p:cNvSpPr txBox="1"/>
            <p:nvPr userDrawn="1"/>
          </p:nvSpPr>
          <p:spPr>
            <a:xfrm>
              <a:off x="1618505" y="2964007"/>
              <a:ext cx="7541343" cy="347018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spcAft>
                  <a:spcPts val="300"/>
                </a:spcAft>
              </a:pPr>
              <a:r>
                <a:rPr lang="en-US" sz="900">
                  <a:latin typeface="Nunito Sans" pitchFamily="2" charset="77"/>
                </a:rPr>
                <a:t>This communication has been sent to recipients for information purposes only and cannot be considered to constitute an advertisement, an offer or a personalised recommendation to buy or sell a financial instrument or any other investment or currency.</a:t>
              </a:r>
            </a:p>
            <a:p>
              <a:pPr algn="just">
                <a:spcAft>
                  <a:spcPts val="300"/>
                </a:spcAft>
              </a:pPr>
              <a:r>
                <a:rPr lang="en-US" sz="900">
                  <a:latin typeface="Nunito Sans" pitchFamily="2" charset="77"/>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 </a:t>
              </a:r>
            </a:p>
            <a:p>
              <a:pPr algn="just">
                <a:spcAft>
                  <a:spcPts val="300"/>
                </a:spcAft>
              </a:pPr>
              <a:r>
                <a:rPr lang="en-US" sz="900">
                  <a:latin typeface="Nunito Sans" pitchFamily="2" charset="77"/>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 </a:t>
              </a:r>
            </a:p>
            <a:p>
              <a:pPr algn="just">
                <a:spcAft>
                  <a:spcPts val="300"/>
                </a:spcAft>
              </a:pPr>
              <a:r>
                <a:rPr lang="en-US" sz="900">
                  <a:latin typeface="Nunito Sans" pitchFamily="2" charset="77"/>
                </a:rPr>
                <a:t>Past performance is not a reliable indicator of current or future results. Any reference to the past performance of an investment does not guarantee its future performance. Fluctuations in exchange rates may adversely affect the value, price or income of any investment. </a:t>
              </a:r>
            </a:p>
            <a:p>
              <a:pPr algn="just">
                <a:spcAft>
                  <a:spcPts val="300"/>
                </a:spcAft>
              </a:pPr>
              <a:r>
                <a:rPr lang="en-US" sz="900">
                  <a:latin typeface="Nunito Sans" pitchFamily="2" charset="77"/>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 </a:t>
              </a:r>
            </a:p>
            <a:p>
              <a:pPr algn="just">
                <a:spcAft>
                  <a:spcPts val="300"/>
                </a:spcAft>
              </a:pPr>
              <a:r>
                <a:rPr lang="en-US" sz="900">
                  <a:latin typeface="Nunito Sans" pitchFamily="2" charset="77"/>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p>
          </p:txBody>
        </p:sp>
        <p:sp>
          <p:nvSpPr>
            <p:cNvPr id="4" name="Rectangle 3">
              <a:extLst>
                <a:ext uri="{FF2B5EF4-FFF2-40B4-BE49-F238E27FC236}">
                  <a16:creationId xmlns:a16="http://schemas.microsoft.com/office/drawing/2014/main" id="{955156A8-2899-4B3E-ADB9-34A6DD4992CF}"/>
                </a:ext>
              </a:extLst>
            </p:cNvPr>
            <p:cNvSpPr/>
            <p:nvPr userDrawn="1"/>
          </p:nvSpPr>
          <p:spPr>
            <a:xfrm>
              <a:off x="1618505" y="2687008"/>
              <a:ext cx="1647887" cy="261610"/>
            </a:xfrm>
            <a:prstGeom prst="rect">
              <a:avLst/>
            </a:prstGeom>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spcBef>
                  <a:spcPct val="0"/>
                </a:spcBef>
              </a:pPr>
              <a:r>
                <a:rPr lang="en-US" altLang="en-CH" sz="1100" kern="600" spc="-20">
                  <a:gradFill flip="none" rotWithShape="1">
                    <a:gsLst>
                      <a:gs pos="0">
                        <a:schemeClr val="accent4"/>
                      </a:gs>
                      <a:gs pos="100000">
                        <a:srgbClr val="FFA400"/>
                      </a:gs>
                    </a:gsLst>
                    <a:lin ang="0" scaled="1"/>
                  </a:gradFill>
                  <a:latin typeface="Nunito Sans ExtraBold" pitchFamily="2" charset="77"/>
                  <a:ea typeface="+mj-ea"/>
                  <a:cs typeface="+mj-cs"/>
                </a:rPr>
                <a:t>Important Information </a:t>
              </a:r>
              <a:endParaRPr lang="en-US" sz="1100" kern="600" spc="-20">
                <a:gradFill flip="none" rotWithShape="1">
                  <a:gsLst>
                    <a:gs pos="0">
                      <a:schemeClr val="accent4"/>
                    </a:gs>
                    <a:gs pos="100000">
                      <a:srgbClr val="FFA400"/>
                    </a:gs>
                  </a:gsLst>
                  <a:lin ang="0" scaled="1"/>
                </a:gradFill>
                <a:latin typeface="Nunito Sans ExtraBold" pitchFamily="2" charset="77"/>
                <a:ea typeface="+mj-ea"/>
                <a:cs typeface="+mj-cs"/>
              </a:endParaRPr>
            </a:p>
          </p:txBody>
        </p:sp>
      </p:grpSp>
    </p:spTree>
    <p:extLst>
      <p:ext uri="{BB962C8B-B14F-4D97-AF65-F5344CB8AC3E}">
        <p14:creationId xmlns:p14="http://schemas.microsoft.com/office/powerpoint/2010/main" val="134849963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Final page - blank">
    <p:bg>
      <p:bgRef idx="1001">
        <a:schemeClr val="bg1"/>
      </p:bgRef>
    </p:bg>
    <p:spTree>
      <p:nvGrpSpPr>
        <p:cNvPr id="1" name=""/>
        <p:cNvGrpSpPr/>
        <p:nvPr/>
      </p:nvGrpSpPr>
      <p:grpSpPr>
        <a:xfrm>
          <a:off x="0" y="0"/>
          <a:ext cx="0" cy="0"/>
          <a:chOff x="0" y="0"/>
          <a:chExt cx="0" cy="0"/>
        </a:xfrm>
      </p:grpSpPr>
      <p:sp>
        <p:nvSpPr>
          <p:cNvPr id="8" name="Rectangle 11">
            <a:extLst>
              <a:ext uri="{FF2B5EF4-FFF2-40B4-BE49-F238E27FC236}">
                <a16:creationId xmlns:a16="http://schemas.microsoft.com/office/drawing/2014/main" id="{B4147DA3-E36C-A06A-B178-3E626E257DCA}"/>
              </a:ext>
            </a:extLst>
          </p:cNvPr>
          <p:cNvSpPr txBox="1">
            <a:spLocks noChangeArrowheads="1"/>
          </p:cNvSpPr>
          <p:nvPr userDrawn="1"/>
        </p:nvSpPr>
        <p:spPr bwMode="auto">
          <a:xfrm rot="16200000">
            <a:off x="-412268" y="6603344"/>
            <a:ext cx="1234078" cy="171760"/>
          </a:xfrm>
          <a:prstGeom prst="rect">
            <a:avLst/>
          </a:prstGeom>
          <a:noFill/>
          <a:ln>
            <a:noFill/>
          </a:ln>
          <a:effectLst/>
        </p:spPr>
        <p:txBody>
          <a:bodyPr vert="horz" wrap="square" lIns="0" tIns="0" rIns="0" bIns="0" numCol="1" anchor="ctr" anchorCtr="0" compatLnSpc="1">
            <a:prstTxWarp prst="textNoShape">
              <a:avLst/>
            </a:prstTxWarp>
          </a:bodyPr>
          <a:lstStyle>
            <a:defPPr>
              <a:defRPr lang="en-US"/>
            </a:defPPr>
            <a:lvl1pPr marL="0" algn="l" defTabSz="457200" rtl="0" eaLnBrk="1" latinLnBrk="0" hangingPunct="1">
              <a:defRPr sz="700" kern="1200">
                <a:solidFill>
                  <a:schemeClr val="tx2"/>
                </a:solidFill>
                <a:latin typeface="+mn-lt"/>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a:pPr>
            <a:r>
              <a:rPr lang="en-GB" altLang="en-CH" sz="596" kern="600">
                <a:solidFill>
                  <a:schemeClr val="bg1">
                    <a:lumMod val="85000"/>
                  </a:schemeClr>
                </a:solidFill>
                <a:latin typeface="Nunito Sans" pitchFamily="2" charset="77"/>
              </a:rPr>
              <a:t>PRIVATE </a:t>
            </a:r>
            <a:r>
              <a:rPr lang="en-US" altLang="en-CH" sz="596" kern="600">
                <a:solidFill>
                  <a:schemeClr val="bg1">
                    <a:lumMod val="85000"/>
                  </a:schemeClr>
                </a:solidFill>
                <a:latin typeface="Nunito Sans" pitchFamily="2" charset="77"/>
              </a:rPr>
              <a:t>&amp; CONFIDENTIAL</a:t>
            </a:r>
            <a:endParaRPr lang="en-GB" altLang="en-CH" sz="596" kern="600">
              <a:solidFill>
                <a:schemeClr val="bg1">
                  <a:lumMod val="85000"/>
                </a:schemeClr>
              </a:solidFill>
              <a:latin typeface="Nunito Sans" pitchFamily="2" charset="77"/>
            </a:endParaRPr>
          </a:p>
        </p:txBody>
      </p:sp>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pic>
        <p:nvPicPr>
          <p:cNvPr id="2" name="Picture 1">
            <a:extLst>
              <a:ext uri="{FF2B5EF4-FFF2-40B4-BE49-F238E27FC236}">
                <a16:creationId xmlns:a16="http://schemas.microsoft.com/office/drawing/2014/main" id="{B54EA86E-FE57-087C-065B-87B8FA6F09C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962009" y="3872826"/>
            <a:ext cx="6767793" cy="1312166"/>
          </a:xfrm>
          <a:prstGeom prst="rect">
            <a:avLst/>
          </a:prstGeom>
        </p:spPr>
      </p:pic>
    </p:spTree>
    <p:extLst>
      <p:ext uri="{BB962C8B-B14F-4D97-AF65-F5344CB8AC3E}">
        <p14:creationId xmlns:p14="http://schemas.microsoft.com/office/powerpoint/2010/main" val="3655377727"/>
      </p:ext>
    </p:extLst>
  </p:cSld>
  <p:clrMapOvr>
    <a:overrideClrMapping bg1="lt1" tx1="dk1" bg2="lt2" tx2="dk2" accent1="accent1" accent2="accent2" accent3="accent3" accent4="accent4" accent5="accent5" accent6="accent6" hlink="hlink" folHlink="folHlink"/>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Final page - Orange">
    <p:bg>
      <p:bgPr>
        <a:solidFill>
          <a:schemeClr val="accent1"/>
        </a:solidFill>
        <a:effectLst/>
      </p:bgPr>
    </p:bg>
    <p:spTree>
      <p:nvGrpSpPr>
        <p:cNvPr id="1" name=""/>
        <p:cNvGrpSpPr/>
        <p:nvPr/>
      </p:nvGrpSpPr>
      <p:grpSpPr>
        <a:xfrm>
          <a:off x="0" y="0"/>
          <a:ext cx="0" cy="0"/>
          <a:chOff x="0" y="0"/>
          <a:chExt cx="0" cy="0"/>
        </a:xfrm>
      </p:grpSpPr>
      <p:pic>
        <p:nvPicPr>
          <p:cNvPr id="6" name="Picture 5" descr="A yellow and white gradient&#10;&#10;Description automatically generated">
            <a:extLst>
              <a:ext uri="{FF2B5EF4-FFF2-40B4-BE49-F238E27FC236}">
                <a16:creationId xmlns:a16="http://schemas.microsoft.com/office/drawing/2014/main" id="{8756AB47-2F75-0A84-09B7-2EFBCD1BFD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pic>
        <p:nvPicPr>
          <p:cNvPr id="2" name="Picture 1" descr="A black background with white text&#10;&#10;Description automatically generated">
            <a:extLst>
              <a:ext uri="{FF2B5EF4-FFF2-40B4-BE49-F238E27FC236}">
                <a16:creationId xmlns:a16="http://schemas.microsoft.com/office/drawing/2014/main" id="{B54EA86E-FE57-087C-065B-87B8FA6F09C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962009" y="3872826"/>
            <a:ext cx="6767793" cy="1312167"/>
          </a:xfrm>
          <a:prstGeom prst="rect">
            <a:avLst/>
          </a:prstGeom>
        </p:spPr>
      </p:pic>
    </p:spTree>
    <p:extLst>
      <p:ext uri="{BB962C8B-B14F-4D97-AF65-F5344CB8AC3E}">
        <p14:creationId xmlns:p14="http://schemas.microsoft.com/office/powerpoint/2010/main" val="116967286"/>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Final page - with Offices">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pic>
        <p:nvPicPr>
          <p:cNvPr id="4" name="Picture 3">
            <a:extLst>
              <a:ext uri="{FF2B5EF4-FFF2-40B4-BE49-F238E27FC236}">
                <a16:creationId xmlns:a16="http://schemas.microsoft.com/office/drawing/2014/main" id="{0AE2D8AE-65EC-9284-4241-E97BE84E917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962009" y="3123754"/>
            <a:ext cx="6767793" cy="1312166"/>
          </a:xfrm>
          <a:prstGeom prst="rect">
            <a:avLst/>
          </a:prstGeom>
        </p:spPr>
      </p:pic>
      <p:graphicFrame>
        <p:nvGraphicFramePr>
          <p:cNvPr id="19" name="Table 18">
            <a:extLst>
              <a:ext uri="{FF2B5EF4-FFF2-40B4-BE49-F238E27FC236}">
                <a16:creationId xmlns:a16="http://schemas.microsoft.com/office/drawing/2014/main" id="{70C0091A-8638-FF38-D877-94E0EFA31BBA}"/>
              </a:ext>
            </a:extLst>
          </p:cNvPr>
          <p:cNvGraphicFramePr>
            <a:graphicFrameLocks noGrp="1"/>
          </p:cNvGraphicFramePr>
          <p:nvPr userDrawn="1">
            <p:extLst>
              <p:ext uri="{D42A27DB-BD31-4B8C-83A1-F6EECF244321}">
                <p14:modId xmlns:p14="http://schemas.microsoft.com/office/powerpoint/2010/main" val="1200304216"/>
              </p:ext>
            </p:extLst>
          </p:nvPr>
        </p:nvGraphicFramePr>
        <p:xfrm>
          <a:off x="1612568" y="5499881"/>
          <a:ext cx="7466673" cy="1700100"/>
        </p:xfrm>
        <a:graphic>
          <a:graphicData uri="http://schemas.openxmlformats.org/drawingml/2006/table">
            <a:tbl>
              <a:tblPr firstRow="1" bandRow="1">
                <a:tableStyleId>{5C22544A-7EE6-4342-B048-85BDC9FD1C3A}</a:tableStyleId>
              </a:tblPr>
              <a:tblGrid>
                <a:gridCol w="2488891">
                  <a:extLst>
                    <a:ext uri="{9D8B030D-6E8A-4147-A177-3AD203B41FA5}">
                      <a16:colId xmlns:a16="http://schemas.microsoft.com/office/drawing/2014/main" val="2749746622"/>
                    </a:ext>
                  </a:extLst>
                </a:gridCol>
                <a:gridCol w="2488891">
                  <a:extLst>
                    <a:ext uri="{9D8B030D-6E8A-4147-A177-3AD203B41FA5}">
                      <a16:colId xmlns:a16="http://schemas.microsoft.com/office/drawing/2014/main" val="466498394"/>
                    </a:ext>
                  </a:extLst>
                </a:gridCol>
                <a:gridCol w="2488891">
                  <a:extLst>
                    <a:ext uri="{9D8B030D-6E8A-4147-A177-3AD203B41FA5}">
                      <a16:colId xmlns:a16="http://schemas.microsoft.com/office/drawing/2014/main" val="1630515560"/>
                    </a:ext>
                  </a:extLst>
                </a:gridCol>
              </a:tblGrid>
              <a:tr h="792000">
                <a:tc>
                  <a:txBody>
                    <a:bodyPr/>
                    <a:lstStyle/>
                    <a:p>
                      <a:pPr marL="12700" marR="0" lvl="0" indent="0" algn="l" defTabSz="457129" rtl="0" eaLnBrk="1" fontAlgn="auto" latinLnBrk="0" hangingPunct="1">
                        <a:lnSpc>
                          <a:spcPct val="100000"/>
                        </a:lnSpc>
                        <a:spcBef>
                          <a:spcPts val="100"/>
                        </a:spcBef>
                        <a:spcAft>
                          <a:spcPts val="0"/>
                        </a:spcAft>
                        <a:buClrTx/>
                        <a:buSzTx/>
                        <a:buFontTx/>
                        <a:buNone/>
                        <a:tabLst/>
                        <a:defRPr/>
                      </a:pPr>
                      <a:r>
                        <a:rPr kumimoji="0" lang="fr-FR" sz="900" b="1" i="0" u="none" strike="noStrike" kern="1200" cap="none" spc="0" normalizeH="0" baseline="0" noProof="0" dirty="0">
                          <a:ln>
                            <a:noFill/>
                          </a:ln>
                          <a:solidFill>
                            <a:schemeClr val="accent4"/>
                          </a:solidFill>
                          <a:effectLst/>
                          <a:uLnTx/>
                          <a:uFillTx/>
                          <a:latin typeface="Nunito Sans ExtraBold"/>
                          <a:ea typeface="+mn-ea"/>
                          <a:cs typeface="+mn-cs"/>
                        </a:rPr>
                        <a:t>Geneva</a:t>
                      </a:r>
                      <a:endParaRPr kumimoji="0" lang="fr-FR" sz="1150" b="1" i="0" u="none" strike="noStrike" kern="1200" cap="none" spc="0" normalizeH="0" baseline="0" noProof="0" dirty="0">
                        <a:ln>
                          <a:noFill/>
                        </a:ln>
                        <a:solidFill>
                          <a:schemeClr val="accent4"/>
                        </a:solidFill>
                        <a:effectLst/>
                        <a:uLnTx/>
                        <a:uFillTx/>
                        <a:latin typeface="Nunito Sans ExtraBold"/>
                        <a:ea typeface="+mn-ea"/>
                        <a:cs typeface="+mn-cs"/>
                      </a:endParaRPr>
                    </a:p>
                    <a:p>
                      <a:pPr marL="0" marR="231775" lvl="0" indent="0" algn="l" defTabSz="457129" rtl="0" eaLnBrk="1" fontAlgn="auto" latinLnBrk="0" hangingPunct="1">
                        <a:lnSpc>
                          <a:spcPct val="100000"/>
                        </a:lnSpc>
                        <a:spcBef>
                          <a:spcPts val="0"/>
                        </a:spcBef>
                        <a:spcAft>
                          <a:spcPts val="0"/>
                        </a:spcAft>
                        <a:buClrTx/>
                        <a:buSzTx/>
                        <a:buFontTx/>
                        <a:buNone/>
                        <a:tabLst/>
                        <a:defRPr/>
                      </a:pPr>
                      <a:r>
                        <a:rPr kumimoji="0" lang="fr-FR"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 Syz </a:t>
                      </a:r>
                      <a:r>
                        <a:rPr kumimoji="0" lang="fr-FR"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p>
                    <a:p>
                      <a:pPr marL="0" marR="231775" lvl="0" indent="0" algn="l" defTabSz="457129" rtl="0" eaLnBrk="1" fontAlgn="auto" latinLnBrk="0" hangingPunct="1">
                        <a:lnSpc>
                          <a:spcPct val="100000"/>
                        </a:lnSpc>
                        <a:spcBef>
                          <a:spcPts val="0"/>
                        </a:spcBef>
                        <a:spcAft>
                          <a:spcPts val="0"/>
                        </a:spcAft>
                        <a:buClrTx/>
                        <a:buSzTx/>
                        <a:buFontTx/>
                        <a:buNone/>
                        <a:tabLst/>
                        <a:defRPr/>
                      </a:pP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Quai</a:t>
                      </a:r>
                      <a:r>
                        <a:rPr kumimoji="0" lang="fr-FR"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des</a:t>
                      </a:r>
                      <a:r>
                        <a:rPr kumimoji="0" lang="fr-FR"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Bergues </a:t>
                      </a: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1</a:t>
                      </a:r>
                    </a:p>
                    <a:p>
                      <a:pPr marL="0" marR="231775" lvl="0" indent="0" algn="l" defTabSz="457129" rtl="0" eaLnBrk="1" fontAlgn="auto" latinLnBrk="0" hangingPunct="1">
                        <a:lnSpc>
                          <a:spcPct val="100000"/>
                        </a:lnSpc>
                        <a:spcBef>
                          <a:spcPts val="0"/>
                        </a:spcBef>
                        <a:spcAft>
                          <a:spcPts val="0"/>
                        </a:spcAft>
                        <a:buClrTx/>
                        <a:buSzTx/>
                        <a:buFontTx/>
                        <a:buNone/>
                        <a:tabLst/>
                        <a:defRPr/>
                      </a:pP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fr-FR"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fr-FR"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1201</a:t>
                      </a:r>
                      <a:r>
                        <a:rPr kumimoji="0" lang="fr-FR"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Geneva</a:t>
                      </a:r>
                      <a:endPar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fr-FR" sz="750" b="0" i="0" u="none" strike="noStrike" kern="1200" cap="none" spc="13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10</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00</a:t>
                      </a:r>
                      <a:endPar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de-DE" sz="900" b="1" i="0" u="none" strike="noStrike" kern="1200" cap="none" spc="0" normalizeH="0" baseline="0" noProof="0" dirty="0">
                          <a:ln>
                            <a:noFill/>
                          </a:ln>
                          <a:solidFill>
                            <a:schemeClr val="accent4"/>
                          </a:solidFill>
                          <a:effectLst/>
                          <a:uLnTx/>
                          <a:uFillTx/>
                          <a:latin typeface="Nunito Sans ExtraBold"/>
                          <a:ea typeface="+mn-ea"/>
                          <a:cs typeface="+mn-cs"/>
                        </a:rPr>
                        <a:t>Zurich</a:t>
                      </a:r>
                    </a:p>
                    <a:p>
                      <a:pPr marL="0" marR="209550" lvl="0" indent="0" algn="l" defTabSz="457129" rtl="0" eaLnBrk="1" fontAlgn="auto" latinLnBrk="0" hangingPunct="1">
                        <a:lnSpc>
                          <a:spcPct val="100000"/>
                        </a:lnSpc>
                        <a:spcBef>
                          <a:spcPts val="0"/>
                        </a:spcBef>
                        <a:spcAft>
                          <a:spcPts val="0"/>
                        </a:spcAft>
                        <a:buClrTx/>
                        <a:buSzTx/>
                        <a:buFontTx/>
                        <a:buNone/>
                        <a:tabLst/>
                        <a:defRPr/>
                      </a:pPr>
                      <a:r>
                        <a:rPr kumimoji="0" lang="de-DE"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 Syz </a:t>
                      </a:r>
                      <a:r>
                        <a:rPr kumimoji="0" lang="de-DE"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AG</a:t>
                      </a:r>
                    </a:p>
                    <a:p>
                      <a:pPr marL="0" marR="209550" lvl="0" indent="0" algn="l" defTabSz="457129"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Freigutstrasse 14</a:t>
                      </a:r>
                    </a:p>
                    <a:p>
                      <a:pPr marL="0" marR="209550" lvl="0" indent="0" algn="l" defTabSz="457129"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de-DE"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de-DE"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8002</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Zurich</a:t>
                      </a:r>
                      <a:endPar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de-DE" sz="750" b="0" i="0" u="none" strike="noStrike" kern="1200" cap="none" spc="13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95" normalizeH="0" baseline="0" noProof="0" dirty="0">
                          <a:ln>
                            <a:noFill/>
                          </a:ln>
                          <a:solidFill>
                            <a:schemeClr val="tx1"/>
                          </a:solidFill>
                          <a:effectLst/>
                          <a:uLnTx/>
                          <a:uFillTx/>
                          <a:latin typeface="Nunito Sans" panose="00000500000000000000" pitchFamily="2" charset="0"/>
                          <a:ea typeface="+mn-ea"/>
                          <a:cs typeface="MaisonNeue-Book"/>
                        </a:rPr>
                        <a:t>77</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60" normalizeH="0" baseline="0" noProof="0" dirty="0">
                          <a:ln>
                            <a:noFill/>
                          </a:ln>
                          <a:solidFill>
                            <a:schemeClr val="tx1"/>
                          </a:solidFill>
                          <a:effectLst/>
                          <a:uLnTx/>
                          <a:uFillTx/>
                          <a:latin typeface="Nunito Sans" panose="00000500000000000000" pitchFamily="2" charset="0"/>
                          <a:ea typeface="+mn-ea"/>
                          <a:cs typeface="MaisonNeue-Book"/>
                        </a:rPr>
                        <a:t>37</a:t>
                      </a:r>
                      <a:endPar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accent4"/>
                          </a:solidFill>
                          <a:effectLst/>
                          <a:uLnTx/>
                          <a:uFillTx/>
                          <a:latin typeface="Nunito Sans ExtraBold"/>
                          <a:ea typeface="+mn-ea"/>
                          <a:cs typeface="+mn-cs"/>
                        </a:rPr>
                        <a:t>Istanbul</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Zorlu</a:t>
                      </a:r>
                      <a:r>
                        <a:rPr kumimoji="0" lang="en-US"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Center, </a:t>
                      </a:r>
                      <a:r>
                        <a:rPr kumimoji="0" lang="en-US" sz="750" b="0" i="0" u="none" strike="noStrike" kern="1200" cap="none" spc="5" normalizeH="0" baseline="0" noProof="0" dirty="0" err="1">
                          <a:ln>
                            <a:noFill/>
                          </a:ln>
                          <a:solidFill>
                            <a:schemeClr val="tx1"/>
                          </a:solidFill>
                          <a:effectLst/>
                          <a:uLnTx/>
                          <a:uFillTx/>
                          <a:latin typeface="Nunito Sans" panose="00000500000000000000" pitchFamily="2" charset="0"/>
                          <a:ea typeface="+mn-ea"/>
                          <a:cs typeface="MaisonNeue-Book"/>
                        </a:rPr>
                        <a:t>Levazim</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a:t>
                      </a:r>
                      <a:r>
                        <a:rPr kumimoji="0" lang="en-US"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Koru</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err="1">
                          <a:ln>
                            <a:noFill/>
                          </a:ln>
                          <a:solidFill>
                            <a:schemeClr val="tx1"/>
                          </a:solidFill>
                          <a:effectLst/>
                          <a:uLnTx/>
                          <a:uFillTx/>
                          <a:latin typeface="Nunito Sans" panose="00000500000000000000" pitchFamily="2" charset="0"/>
                          <a:ea typeface="+mn-ea"/>
                          <a:cs typeface="MaisonNeue-Book"/>
                        </a:rPr>
                        <a:t>Sokaği</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No:2, Teras </a:t>
                      </a:r>
                      <a:r>
                        <a:rPr kumimoji="0" lang="en-US" sz="750" b="0" i="0" u="none" strike="noStrike" kern="1200" cap="none" spc="5" normalizeH="0" baseline="0" noProof="0" dirty="0" err="1">
                          <a:ln>
                            <a:noFill/>
                          </a:ln>
                          <a:solidFill>
                            <a:schemeClr val="tx1"/>
                          </a:solidFill>
                          <a:effectLst/>
                          <a:uLnTx/>
                          <a:uFillTx/>
                          <a:latin typeface="Nunito Sans" panose="00000500000000000000" pitchFamily="2" charset="0"/>
                          <a:ea typeface="+mn-ea"/>
                          <a:cs typeface="MaisonNeue-Book"/>
                        </a:rPr>
                        <a:t>Evler</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T3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NO 347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34340</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Beşiktaş</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İstanbul - Turkey</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en-US" sz="750" b="0" i="0" u="none" strike="noStrike" kern="1200" cap="none" spc="13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+90</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75" normalizeH="0" baseline="0" noProof="0" dirty="0">
                          <a:ln>
                            <a:noFill/>
                          </a:ln>
                          <a:solidFill>
                            <a:schemeClr val="tx1"/>
                          </a:solidFill>
                          <a:effectLst/>
                          <a:uLnTx/>
                          <a:uFillTx/>
                          <a:latin typeface="Nunito Sans" panose="00000500000000000000" pitchFamily="2" charset="0"/>
                          <a:ea typeface="+mn-ea"/>
                          <a:cs typeface="MaisonNeue-Book"/>
                        </a:rPr>
                        <a:t>212</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40" normalizeH="0" baseline="0" noProof="0" dirty="0">
                          <a:ln>
                            <a:noFill/>
                          </a:ln>
                          <a:solidFill>
                            <a:schemeClr val="tx1"/>
                          </a:solidFill>
                          <a:effectLst/>
                          <a:uLnTx/>
                          <a:uFillTx/>
                          <a:latin typeface="Nunito Sans" panose="00000500000000000000" pitchFamily="2" charset="0"/>
                          <a:ea typeface="+mn-ea"/>
                          <a:cs typeface="MaisonNeue-Book"/>
                        </a:rPr>
                        <a:t>703</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95" normalizeH="0" baseline="0" noProof="0" dirty="0">
                          <a:ln>
                            <a:noFill/>
                          </a:ln>
                          <a:solidFill>
                            <a:schemeClr val="tx1"/>
                          </a:solidFill>
                          <a:effectLst/>
                          <a:uLnTx/>
                          <a:uFillTx/>
                          <a:latin typeface="Nunito Sans" panose="00000500000000000000" pitchFamily="2" charset="0"/>
                          <a:ea typeface="+mn-ea"/>
                          <a:cs typeface="MaisonNeue-Book"/>
                        </a:rPr>
                        <a:t>77</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40" normalizeH="0" baseline="0" noProof="0" dirty="0">
                          <a:ln>
                            <a:noFill/>
                          </a:ln>
                          <a:solidFill>
                            <a:schemeClr val="tx1"/>
                          </a:solidFill>
                          <a:effectLst/>
                          <a:uLnTx/>
                          <a:uFillTx/>
                          <a:latin typeface="Nunito Sans" panose="00000500000000000000" pitchFamily="2" charset="0"/>
                          <a:ea typeface="+mn-ea"/>
                          <a:cs typeface="MaisonNeue-Book"/>
                        </a:rPr>
                        <a:t>99</a:t>
                      </a:r>
                    </a:p>
                  </a:txBody>
                  <a:tcPr marL="114942" marR="114942" anchor="ctr">
                    <a:lnL w="635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41451115"/>
                  </a:ext>
                </a:extLst>
              </a:tr>
              <a:tr h="108000">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endParaRPr kumimoji="0" lang="fr-FR" sz="3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endParaRPr kumimoji="0" lang="de-DE" sz="3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endParaRPr kumimoji="0" lang="it-IT" sz="3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89925484"/>
                  </a:ext>
                </a:extLst>
              </a:tr>
              <a:tr h="792000">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900" b="1" i="0" u="none" strike="noStrike" kern="1200" cap="none" spc="0" normalizeH="0" baseline="0" noProof="0" dirty="0">
                          <a:ln>
                            <a:noFill/>
                          </a:ln>
                          <a:solidFill>
                            <a:schemeClr val="accent4"/>
                          </a:solidFill>
                          <a:effectLst/>
                          <a:uLnTx/>
                          <a:uFillTx/>
                          <a:latin typeface="Nunito Sans ExtraBold"/>
                          <a:ea typeface="+mn-ea"/>
                          <a:cs typeface="+mn-cs"/>
                        </a:rPr>
                        <a:t>Lugano</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Banca</a:t>
                      </a:r>
                      <a:r>
                        <a:rPr kumimoji="0" lang="it-IT" sz="800" b="1" i="0" u="none" strike="noStrike" kern="1200" cap="none" spc="-40"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80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it-IT" sz="800" b="1" i="0" u="none" strike="noStrike" kern="1200" cap="none" spc="-35"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80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Via Nassa 42</a:t>
                      </a:r>
                      <a:endPar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6900</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Lugano</a:t>
                      </a:r>
                      <a:endPar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it-IT" sz="800" b="0" i="0" u="none" strike="noStrike" kern="1200" cap="none" spc="13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67</a:t>
                      </a:r>
                      <a:r>
                        <a:rPr kumimoji="0" lang="it-IT" sz="80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20</a:t>
                      </a:r>
                      <a:endPar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900" b="1" i="0" u="none" strike="noStrike" kern="1200" cap="none" spc="0" normalizeH="0" baseline="0" noProof="0" dirty="0">
                          <a:ln>
                            <a:noFill/>
                          </a:ln>
                          <a:solidFill>
                            <a:schemeClr val="accent4"/>
                          </a:solidFill>
                          <a:effectLst/>
                          <a:uLnTx/>
                          <a:uFillTx/>
                          <a:latin typeface="Nunito Sans ExtraBold"/>
                          <a:ea typeface="+mn-ea"/>
                          <a:cs typeface="+mn-cs"/>
                        </a:rPr>
                        <a:t>Locarno</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1" i="0" u="none" strike="noStrike" kern="1200" cap="none" spc="10" normalizeH="0" baseline="0" noProof="0" dirty="0" err="1">
                          <a:ln>
                            <a:noFill/>
                          </a:ln>
                          <a:solidFill>
                            <a:schemeClr val="tx1"/>
                          </a:solidFill>
                          <a:effectLst/>
                          <a:uLnTx/>
                          <a:uFillTx/>
                          <a:latin typeface="Nunito Sans" panose="00000500000000000000" pitchFamily="2" charset="0"/>
                          <a:ea typeface="+mn-ea"/>
                          <a:cs typeface="MaisonNeue-Demi"/>
                        </a:rPr>
                        <a:t>Banque</a:t>
                      </a:r>
                      <a:r>
                        <a:rPr kumimoji="0" lang="it-IT"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it-IT"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Via</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Cattori</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4</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it-IT"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6601</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Locarno</a:t>
                      </a:r>
                      <a:endPar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it-IT" sz="750" b="0" i="0" u="none" strike="noStrike" kern="1200" cap="none" spc="13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66</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66</a:t>
                      </a:r>
                      <a:endPar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accent4"/>
                          </a:solidFill>
                          <a:effectLst/>
                          <a:uLnTx/>
                          <a:uFillTx/>
                          <a:latin typeface="Nunito Sans ExtraBold"/>
                          <a:ea typeface="+mn-ea"/>
                          <a:cs typeface="+mn-cs"/>
                        </a:rPr>
                        <a:t>Johannesburg</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508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First</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Floor,</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Future</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Space </a:t>
                      </a:r>
                    </a:p>
                    <a:p>
                      <a:pPr marL="0" marR="508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61</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Katherine</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Street</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RSA</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Sandton</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2146</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en-US" sz="750" b="0" i="0" u="none" strike="noStrike" kern="1200" cap="none" spc="13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45" normalizeH="0" baseline="0" noProof="0" dirty="0">
                          <a:ln>
                            <a:noFill/>
                          </a:ln>
                          <a:solidFill>
                            <a:schemeClr val="tx1"/>
                          </a:solidFill>
                          <a:effectLst/>
                          <a:uLnTx/>
                          <a:uFillTx/>
                          <a:latin typeface="Nunito Sans" panose="00000500000000000000" pitchFamily="2" charset="0"/>
                          <a:ea typeface="+mn-ea"/>
                          <a:cs typeface="MaisonNeue-Book"/>
                        </a:rPr>
                        <a:t>+27</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(0)10</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300</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6040</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70400001"/>
                  </a:ext>
                </a:extLst>
              </a:tr>
            </a:tbl>
          </a:graphicData>
        </a:graphic>
      </p:graphicFrame>
    </p:spTree>
    <p:extLst>
      <p:ext uri="{BB962C8B-B14F-4D97-AF65-F5344CB8AC3E}">
        <p14:creationId xmlns:p14="http://schemas.microsoft.com/office/powerpoint/2010/main" val="1318701589"/>
      </p:ext>
    </p:extLst>
  </p:cSld>
  <p:clrMapOvr>
    <a:overrideClrMapping bg1="lt1" tx1="dk1" bg2="lt2" tx2="dk2" accent1="accent1" accent2="accent2" accent3="accent3" accent4="accent4" accent5="accent5" accent6="accent6" hlink="hlink" folHlink="folHlink"/>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647369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BDDEA15-CDFB-C0D1-1BAE-21EC1602C811}"/>
              </a:ext>
            </a:extLst>
          </p:cNvPr>
          <p:cNvGraphicFramePr>
            <a:graphicFrameLocks noChangeAspect="1"/>
          </p:cNvGraphicFramePr>
          <p:nvPr userDrawn="1">
            <p:custDataLst>
              <p:tags r:id="rId29"/>
            </p:custDataLst>
            <p:extLst>
              <p:ext uri="{D42A27DB-BD31-4B8C-83A1-F6EECF244321}">
                <p14:modId xmlns:p14="http://schemas.microsoft.com/office/powerpoint/2010/main" val="2457869099"/>
              </p:ext>
            </p:extLst>
          </p:nvPr>
        </p:nvGraphicFramePr>
        <p:xfrm>
          <a:off x="1588" y="1589"/>
          <a:ext cx="1588" cy="1587"/>
        </p:xfrm>
        <a:graphic>
          <a:graphicData uri="http://schemas.openxmlformats.org/presentationml/2006/ole">
            <mc:AlternateContent xmlns:mc="http://schemas.openxmlformats.org/markup-compatibility/2006">
              <mc:Choice xmlns:v="urn:schemas-microsoft-com:vml" Requires="v">
                <p:oleObj name="think-cell Slide" r:id="rId30" imgW="286" imgH="286" progId="TCLayout.ActiveDocument.1">
                  <p:embed/>
                </p:oleObj>
              </mc:Choice>
              <mc:Fallback>
                <p:oleObj name="think-cell Slide" r:id="rId30" imgW="286" imgH="286" progId="TCLayout.ActiveDocument.1">
                  <p:embed/>
                  <p:pic>
                    <p:nvPicPr>
                      <p:cNvPr id="5" name="Object 4" hidden="1">
                        <a:extLst>
                          <a:ext uri="{FF2B5EF4-FFF2-40B4-BE49-F238E27FC236}">
                            <a16:creationId xmlns:a16="http://schemas.microsoft.com/office/drawing/2014/main" id="{4BDDEA15-CDFB-C0D1-1BAE-21EC1602C811}"/>
                          </a:ext>
                        </a:extLst>
                      </p:cNvPr>
                      <p:cNvPicPr/>
                      <p:nvPr/>
                    </p:nvPicPr>
                    <p:blipFill>
                      <a:blip r:embed="rId31"/>
                      <a:stretch>
                        <a:fillRect/>
                      </a:stretch>
                    </p:blipFill>
                    <p:spPr>
                      <a:xfrm>
                        <a:off x="1588" y="1589"/>
                        <a:ext cx="1588" cy="1587"/>
                      </a:xfrm>
                      <a:prstGeom prst="rect">
                        <a:avLst/>
                      </a:prstGeom>
                    </p:spPr>
                  </p:pic>
                </p:oleObj>
              </mc:Fallback>
            </mc:AlternateContent>
          </a:graphicData>
        </a:graphic>
      </p:graphicFrame>
      <p:sp>
        <p:nvSpPr>
          <p:cNvPr id="2" name="Title Placeholder 1"/>
          <p:cNvSpPr>
            <a:spLocks noGrp="1"/>
          </p:cNvSpPr>
          <p:nvPr>
            <p:ph type="title"/>
          </p:nvPr>
        </p:nvSpPr>
        <p:spPr>
          <a:xfrm>
            <a:off x="665163" y="1032442"/>
            <a:ext cx="9398001" cy="864587"/>
          </a:xfrm>
          <a:prstGeom prst="rect">
            <a:avLst/>
          </a:prstGeom>
        </p:spPr>
        <p:txBody>
          <a:bodyPr vert="horz" lIns="0" tIns="0" rIns="0" bIns="0" rtlCol="0" anchor="t" anchorCtr="0">
            <a:noAutofit/>
          </a:bodyPr>
          <a:lstStyle/>
          <a:p>
            <a:r>
              <a:rPr lang="en-GB" noProof="0"/>
              <a:t>Slide title</a:t>
            </a:r>
          </a:p>
        </p:txBody>
      </p:sp>
      <p:sp>
        <p:nvSpPr>
          <p:cNvPr id="3" name="Text Placeholder 2"/>
          <p:cNvSpPr>
            <a:spLocks noGrp="1"/>
          </p:cNvSpPr>
          <p:nvPr>
            <p:ph type="body" idx="1"/>
          </p:nvPr>
        </p:nvSpPr>
        <p:spPr>
          <a:xfrm>
            <a:off x="665163" y="2552366"/>
            <a:ext cx="9398001" cy="3269738"/>
          </a:xfrm>
          <a:prstGeom prst="rect">
            <a:avLst/>
          </a:prstGeom>
          <a:noFill/>
        </p:spPr>
        <p:txBody>
          <a:bodyPr vert="horz" lIns="0" tIns="0" rIns="0" bIns="0" rtlCol="0">
            <a:noAutofit/>
          </a:bodyPr>
          <a:lstStyle/>
          <a:p>
            <a:pPr lvl="0"/>
            <a:r>
              <a:rPr lang="en-GB" noProof="0" dirty="0"/>
              <a:t>Use </a:t>
            </a:r>
            <a:r>
              <a:rPr lang="en-GB" noProof="0" dirty="0" err="1"/>
              <a:t>Alt+Shift+Right</a:t>
            </a:r>
            <a:r>
              <a:rPr lang="en-GB" noProof="0" dirty="0"/>
              <a:t>/Left arrows to change text levels</a:t>
            </a:r>
          </a:p>
          <a:p>
            <a:pPr lvl="1"/>
            <a:r>
              <a:rPr lang="en-GB" noProof="0" dirty="0"/>
              <a:t>Deuxième </a:t>
            </a:r>
            <a:r>
              <a:rPr lang="en-GB" noProof="0" dirty="0" err="1"/>
              <a:t>niveau</a:t>
            </a:r>
            <a:endParaRPr lang="en-GB" noProof="0" dirty="0"/>
          </a:p>
          <a:p>
            <a:pPr lvl="2"/>
            <a:r>
              <a:rPr lang="en-GB" noProof="0" dirty="0" err="1"/>
              <a:t>Troisième</a:t>
            </a:r>
            <a:r>
              <a:rPr lang="en-GB" noProof="0" dirty="0"/>
              <a:t> </a:t>
            </a:r>
            <a:r>
              <a:rPr lang="en-GB" noProof="0" dirty="0" err="1"/>
              <a:t>niveau</a:t>
            </a:r>
            <a:endParaRPr lang="en-GB" noProof="0" dirty="0"/>
          </a:p>
          <a:p>
            <a:pPr lvl="3"/>
            <a:r>
              <a:rPr lang="en-GB" noProof="0" dirty="0" err="1"/>
              <a:t>Quatrième</a:t>
            </a:r>
            <a:r>
              <a:rPr lang="en-GB" noProof="0" dirty="0"/>
              <a:t> </a:t>
            </a:r>
            <a:r>
              <a:rPr lang="en-GB" noProof="0" dirty="0" err="1"/>
              <a:t>niveau</a:t>
            </a:r>
            <a:endParaRPr lang="en-GB" noProof="0" dirty="0"/>
          </a:p>
          <a:p>
            <a:pPr lvl="4"/>
            <a:r>
              <a:rPr lang="en-GB" noProof="0" dirty="0" err="1"/>
              <a:t>Cinquième</a:t>
            </a:r>
            <a:r>
              <a:rPr lang="en-GB" noProof="0" dirty="0"/>
              <a:t> </a:t>
            </a:r>
            <a:r>
              <a:rPr lang="en-GB" noProof="0" dirty="0" err="1"/>
              <a:t>niveau</a:t>
            </a:r>
            <a:endParaRPr lang="en-GB" noProof="0" dirty="0"/>
          </a:p>
          <a:p>
            <a:pPr lvl="5"/>
            <a:r>
              <a:rPr lang="en-GB" noProof="0" dirty="0" err="1"/>
              <a:t>Sixième</a:t>
            </a:r>
            <a:r>
              <a:rPr lang="en-GB" noProof="0" dirty="0"/>
              <a:t> </a:t>
            </a:r>
            <a:r>
              <a:rPr lang="en-GB" noProof="0" dirty="0" err="1"/>
              <a:t>niveau</a:t>
            </a:r>
            <a:endParaRPr lang="en-GB" noProof="0" dirty="0"/>
          </a:p>
          <a:p>
            <a:pPr lvl="6"/>
            <a:r>
              <a:rPr lang="en-GB" noProof="0" dirty="0" err="1"/>
              <a:t>Septième</a:t>
            </a:r>
            <a:r>
              <a:rPr lang="en-GB" noProof="0" dirty="0"/>
              <a:t> </a:t>
            </a:r>
            <a:r>
              <a:rPr lang="en-GB" noProof="0" dirty="0" err="1"/>
              <a:t>niveau</a:t>
            </a:r>
            <a:endParaRPr lang="en-GB" noProof="0" dirty="0"/>
          </a:p>
          <a:p>
            <a:pPr lvl="7"/>
            <a:r>
              <a:rPr lang="en-GB" noProof="0" dirty="0" err="1"/>
              <a:t>Huitième</a:t>
            </a:r>
            <a:r>
              <a:rPr lang="en-GB" noProof="0" dirty="0"/>
              <a:t> </a:t>
            </a:r>
            <a:r>
              <a:rPr lang="en-GB" noProof="0" dirty="0" err="1"/>
              <a:t>niveau</a:t>
            </a:r>
            <a:endParaRPr lang="en-GB" noProof="0" dirty="0"/>
          </a:p>
          <a:p>
            <a:pPr lvl="8"/>
            <a:r>
              <a:rPr lang="en-GB" noProof="0" dirty="0" err="1"/>
              <a:t>Neuvième</a:t>
            </a:r>
            <a:r>
              <a:rPr lang="en-GB" noProof="0" dirty="0"/>
              <a:t> </a:t>
            </a:r>
            <a:r>
              <a:rPr lang="en-GB" noProof="0" dirty="0" err="1"/>
              <a:t>niveau</a:t>
            </a:r>
            <a:endParaRPr lang="en-GB" noProof="0" dirty="0"/>
          </a:p>
        </p:txBody>
      </p:sp>
      <p:sp>
        <p:nvSpPr>
          <p:cNvPr id="16" name="ZoneTexte 3">
            <a:extLst>
              <a:ext uri="{FF2B5EF4-FFF2-40B4-BE49-F238E27FC236}">
                <a16:creationId xmlns:a16="http://schemas.microsoft.com/office/drawing/2014/main" id="{907A1612-3E73-9848-9340-FBD9D78E3901}"/>
              </a:ext>
            </a:extLst>
          </p:cNvPr>
          <p:cNvSpPr txBox="1"/>
          <p:nvPr userDrawn="1"/>
        </p:nvSpPr>
        <p:spPr>
          <a:xfrm>
            <a:off x="10155096" y="7097826"/>
            <a:ext cx="252000" cy="225415"/>
          </a:xfrm>
          <a:prstGeom prst="rect">
            <a:avLst/>
          </a:prstGeom>
          <a:noFill/>
        </p:spPr>
        <p:txBody>
          <a:bodyPr wrap="square" lIns="0" tIns="0" rIns="0" bIns="0" rtlCol="0" anchor="ctr" anchorCtr="0">
            <a:noAutofit/>
          </a:bodyPr>
          <a:lstStyle>
            <a:defPPr>
              <a:defRPr lang="en-US"/>
            </a:defPPr>
            <a:lvl1pPr algn="r">
              <a:defRPr sz="750" b="0"/>
            </a:lvl1pPr>
          </a:lstStyle>
          <a:p>
            <a:pPr lvl="0"/>
            <a:r>
              <a:rPr lang="en-GB" sz="596">
                <a:solidFill>
                  <a:schemeClr val="tx1"/>
                </a:solidFill>
              </a:rPr>
              <a:t> </a:t>
            </a:r>
            <a:fld id="{4DDA3DAE-CEE7-4C82-B729-78E2CF34A6DC}" type="slidenum">
              <a:rPr lang="en-GB" sz="596" smtClean="0">
                <a:solidFill>
                  <a:schemeClr val="tx1"/>
                </a:solidFill>
              </a:rPr>
              <a:pPr lvl="0"/>
              <a:t>‹#›</a:t>
            </a:fld>
            <a:endParaRPr lang="en-GB" sz="596">
              <a:solidFill>
                <a:schemeClr val="tx1"/>
              </a:solidFill>
            </a:endParaRPr>
          </a:p>
        </p:txBody>
      </p:sp>
      <p:sp>
        <p:nvSpPr>
          <p:cNvPr id="17" name="Rectangle 11">
            <a:extLst>
              <a:ext uri="{FF2B5EF4-FFF2-40B4-BE49-F238E27FC236}">
                <a16:creationId xmlns:a16="http://schemas.microsoft.com/office/drawing/2014/main" id="{03CB904D-62A2-D249-9D86-6AF9109F4D6C}"/>
              </a:ext>
            </a:extLst>
          </p:cNvPr>
          <p:cNvSpPr txBox="1">
            <a:spLocks noChangeArrowheads="1"/>
          </p:cNvSpPr>
          <p:nvPr userDrawn="1"/>
        </p:nvSpPr>
        <p:spPr bwMode="auto">
          <a:xfrm rot="5400000">
            <a:off x="8756462" y="5065221"/>
            <a:ext cx="3269735" cy="251503"/>
          </a:xfrm>
          <a:prstGeom prst="rect">
            <a:avLst/>
          </a:prstGeom>
          <a:noFill/>
          <a:ln>
            <a:noFill/>
          </a:ln>
          <a:effectLst/>
        </p:spPr>
        <p:txBody>
          <a:bodyPr vert="horz" wrap="square" lIns="0" tIns="0" rIns="0" bIns="0" numCol="1" anchor="ctr" anchorCtr="0" compatLnSpc="1">
            <a:prstTxWarp prst="textNoShape">
              <a:avLst/>
            </a:prstTxWarp>
          </a:bodyPr>
          <a:lstStyle>
            <a:defPPr>
              <a:defRPr lang="en-US"/>
            </a:defPPr>
            <a:lvl1pPr marL="0" algn="l" defTabSz="457200" rtl="0" eaLnBrk="1" latinLnBrk="0" hangingPunct="1">
              <a:defRPr sz="700" kern="1200">
                <a:solidFill>
                  <a:schemeClr val="tx2"/>
                </a:solidFill>
                <a:latin typeface="+mn-lt"/>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a:pPr>
            <a:r>
              <a:rPr lang="en-GB" altLang="en-CH" sz="585" kern="600">
                <a:solidFill>
                  <a:schemeClr val="bg1">
                    <a:lumMod val="85000"/>
                  </a:schemeClr>
                </a:solidFill>
                <a:latin typeface="Nunito Sans" pitchFamily="2" charset="77"/>
              </a:rPr>
              <a:t>Please see important information at the end of the document</a:t>
            </a:r>
          </a:p>
        </p:txBody>
      </p:sp>
      <p:pic>
        <p:nvPicPr>
          <p:cNvPr id="6" name="Picture 5">
            <a:extLst>
              <a:ext uri="{FF2B5EF4-FFF2-40B4-BE49-F238E27FC236}">
                <a16:creationId xmlns:a16="http://schemas.microsoft.com/office/drawing/2014/main" id="{4F1D6016-274D-6FC8-0249-F3874C23DA47}"/>
              </a:ext>
            </a:extLst>
          </p:cNvPr>
          <p:cNvPicPr>
            <a:picLocks noChangeAspect="1"/>
          </p:cNvPicPr>
          <p:nvPr userDrawn="1"/>
        </p:nvPicPr>
        <p:blipFill>
          <a:blip r:embed="rId32">
            <a:extLst>
              <a:ext uri="{28A0092B-C50C-407E-A947-70E740481C1C}">
                <a14:useLocalDpi xmlns:a14="http://schemas.microsoft.com/office/drawing/2010/main"/>
              </a:ext>
            </a:extLst>
          </a:blip>
          <a:stretch>
            <a:fillRect/>
          </a:stretch>
        </p:blipFill>
        <p:spPr>
          <a:xfrm>
            <a:off x="10064601" y="396054"/>
            <a:ext cx="426928" cy="385479"/>
          </a:xfrm>
          <a:prstGeom prst="rect">
            <a:avLst/>
          </a:prstGeom>
        </p:spPr>
      </p:pic>
    </p:spTree>
    <p:extLst>
      <p:ext uri="{BB962C8B-B14F-4D97-AF65-F5344CB8AC3E}">
        <p14:creationId xmlns:p14="http://schemas.microsoft.com/office/powerpoint/2010/main" val="168931901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704" r:id="rId3"/>
    <p:sldLayoutId id="2147483698" r:id="rId4"/>
    <p:sldLayoutId id="2147483701" r:id="rId5"/>
    <p:sldLayoutId id="2147483697" r:id="rId6"/>
    <p:sldLayoutId id="2147483702" r:id="rId7"/>
    <p:sldLayoutId id="2147483691" r:id="rId8"/>
    <p:sldLayoutId id="2147483690" r:id="rId9"/>
    <p:sldLayoutId id="2147483662" r:id="rId10"/>
    <p:sldLayoutId id="2147483663" r:id="rId11"/>
    <p:sldLayoutId id="2147483664" r:id="rId12"/>
    <p:sldLayoutId id="2147483665" r:id="rId13"/>
    <p:sldLayoutId id="2147483674" r:id="rId14"/>
    <p:sldLayoutId id="2147483679" r:id="rId15"/>
    <p:sldLayoutId id="2147483680" r:id="rId16"/>
    <p:sldLayoutId id="2147483699" r:id="rId17"/>
    <p:sldLayoutId id="2147483685" r:id="rId18"/>
    <p:sldLayoutId id="2147483686" r:id="rId19"/>
    <p:sldLayoutId id="2147483666" r:id="rId20"/>
    <p:sldLayoutId id="2147483700" r:id="rId21"/>
    <p:sldLayoutId id="2147483687" r:id="rId22"/>
    <p:sldLayoutId id="2147483678" r:id="rId23"/>
    <p:sldLayoutId id="2147483705" r:id="rId24"/>
    <p:sldLayoutId id="2147483707" r:id="rId25"/>
    <p:sldLayoutId id="2147483706" r:id="rId26"/>
    <p:sldLayoutId id="2147483703" r:id="rId27"/>
  </p:sldLayoutIdLst>
  <p:transition/>
  <p:hf hdr="0" ftr="0"/>
  <p:txStyles>
    <p:titleStyle>
      <a:lvl1pPr algn="l" defTabSz="801899" rtl="0" eaLnBrk="1" latinLnBrk="0" hangingPunct="1">
        <a:lnSpc>
          <a:spcPct val="90000"/>
        </a:lnSpc>
        <a:spcBef>
          <a:spcPct val="0"/>
        </a:spcBef>
        <a:buNone/>
        <a:defRPr sz="2400" b="1" kern="1200">
          <a:gradFill flip="none" rotWithShape="1">
            <a:gsLst>
              <a:gs pos="0">
                <a:schemeClr val="accent4"/>
              </a:gs>
              <a:gs pos="100000">
                <a:srgbClr val="FFA400"/>
              </a:gs>
            </a:gsLst>
            <a:lin ang="0" scaled="1"/>
          </a:gradFill>
          <a:latin typeface="+mj-lt"/>
          <a:ea typeface="+mj-ea"/>
          <a:cs typeface="+mj-cs"/>
        </a:defRPr>
      </a:lvl1pPr>
    </p:titleStyle>
    <p:bodyStyle>
      <a:lvl1pPr marL="217670" indent="-217670" algn="l" defTabSz="801899" rtl="0" eaLnBrk="1" latinLnBrk="0" hangingPunct="1">
        <a:lnSpc>
          <a:spcPct val="100000"/>
        </a:lnSpc>
        <a:spcBef>
          <a:spcPts val="954"/>
        </a:spcBef>
        <a:spcAft>
          <a:spcPct val="0"/>
        </a:spcAft>
        <a:buClr>
          <a:srgbClr val="FFA400"/>
        </a:buClr>
        <a:buSzPct val="90000"/>
        <a:buFont typeface="Wingdings 3" panose="05040102010807070707" pitchFamily="18" charset="2"/>
        <a:buChar char=""/>
        <a:defRPr sz="1114" b="0" kern="1200" cap="none" baseline="0">
          <a:solidFill>
            <a:schemeClr val="tx1"/>
          </a:solidFill>
          <a:latin typeface="+mn-lt"/>
          <a:ea typeface="+mn-ea"/>
          <a:cs typeface="+mn-cs"/>
        </a:defRPr>
      </a:lvl1pPr>
      <a:lvl2pPr marL="392381" indent="-174710" algn="l" defTabSz="801899" rtl="0" eaLnBrk="1" latinLnBrk="0" hangingPunct="1">
        <a:lnSpc>
          <a:spcPct val="100000"/>
        </a:lnSpc>
        <a:spcBef>
          <a:spcPts val="477"/>
        </a:spcBef>
        <a:spcAft>
          <a:spcPct val="0"/>
        </a:spcAft>
        <a:buClr>
          <a:srgbClr val="4B5F80"/>
        </a:buClr>
        <a:buSzTx/>
        <a:buFont typeface="Arial" panose="020B0604020202020204" pitchFamily="34" charset="0"/>
        <a:buChar char="•"/>
        <a:defRPr sz="1114" b="0" kern="1200">
          <a:solidFill>
            <a:schemeClr val="tx1"/>
          </a:solidFill>
          <a:latin typeface="+mn-lt"/>
          <a:ea typeface="+mn-ea"/>
          <a:cs typeface="+mn-cs"/>
        </a:defRPr>
      </a:lvl2pPr>
      <a:lvl3pPr marL="601459" indent="-174710" algn="l" defTabSz="801899" rtl="0" eaLnBrk="1" latinLnBrk="0" hangingPunct="1">
        <a:lnSpc>
          <a:spcPct val="100000"/>
        </a:lnSpc>
        <a:spcBef>
          <a:spcPts val="477"/>
        </a:spcBef>
        <a:spcAft>
          <a:spcPct val="0"/>
        </a:spcAft>
        <a:buClr>
          <a:srgbClr val="4B5F80"/>
        </a:buClr>
        <a:buFont typeface="Cambria" panose="02040503050406030204" pitchFamily="18" charset="0"/>
        <a:buChar char="⎼"/>
        <a:defRPr sz="1035" kern="1200">
          <a:solidFill>
            <a:schemeClr val="tx1"/>
          </a:solidFill>
          <a:latin typeface="+mn-lt"/>
          <a:ea typeface="+mn-ea"/>
          <a:cs typeface="+mn-cs"/>
        </a:defRPr>
      </a:lvl3pPr>
      <a:lvl4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4pPr>
      <a:lvl5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5pPr>
      <a:lvl6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6pPr>
      <a:lvl7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7pPr>
      <a:lvl8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8pPr>
      <a:lvl9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9pPr>
    </p:bodyStyle>
    <p:otherStyle>
      <a:defPPr>
        <a:defRPr lang="en-US"/>
      </a:defPPr>
      <a:lvl1pPr marL="0" algn="l" defTabSz="801899" rtl="0" eaLnBrk="1" latinLnBrk="0" hangingPunct="1">
        <a:defRPr sz="1579" kern="1200">
          <a:solidFill>
            <a:schemeClr val="tx1"/>
          </a:solidFill>
          <a:latin typeface="+mn-lt"/>
          <a:ea typeface="+mn-ea"/>
          <a:cs typeface="+mn-cs"/>
        </a:defRPr>
      </a:lvl1pPr>
      <a:lvl2pPr marL="400951" algn="l" defTabSz="801899" rtl="0" eaLnBrk="1" latinLnBrk="0" hangingPunct="1">
        <a:defRPr sz="1579" kern="1200">
          <a:solidFill>
            <a:schemeClr val="tx1"/>
          </a:solidFill>
          <a:latin typeface="+mn-lt"/>
          <a:ea typeface="+mn-ea"/>
          <a:cs typeface="+mn-cs"/>
        </a:defRPr>
      </a:lvl2pPr>
      <a:lvl3pPr marL="801899" algn="l" defTabSz="801899" rtl="0" eaLnBrk="1" latinLnBrk="0" hangingPunct="1">
        <a:defRPr sz="1579" kern="1200">
          <a:solidFill>
            <a:schemeClr val="tx1"/>
          </a:solidFill>
          <a:latin typeface="+mn-lt"/>
          <a:ea typeface="+mn-ea"/>
          <a:cs typeface="+mn-cs"/>
        </a:defRPr>
      </a:lvl3pPr>
      <a:lvl4pPr marL="1202850" algn="l" defTabSz="801899" rtl="0" eaLnBrk="1" latinLnBrk="0" hangingPunct="1">
        <a:defRPr sz="1579" kern="1200">
          <a:solidFill>
            <a:schemeClr val="tx1"/>
          </a:solidFill>
          <a:latin typeface="+mn-lt"/>
          <a:ea typeface="+mn-ea"/>
          <a:cs typeface="+mn-cs"/>
        </a:defRPr>
      </a:lvl4pPr>
      <a:lvl5pPr marL="1603799" algn="l" defTabSz="801899" rtl="0" eaLnBrk="1" latinLnBrk="0" hangingPunct="1">
        <a:defRPr sz="1579" kern="1200">
          <a:solidFill>
            <a:schemeClr val="tx1"/>
          </a:solidFill>
          <a:latin typeface="+mn-lt"/>
          <a:ea typeface="+mn-ea"/>
          <a:cs typeface="+mn-cs"/>
        </a:defRPr>
      </a:lvl5pPr>
      <a:lvl6pPr marL="2004748" algn="l" defTabSz="801899" rtl="0" eaLnBrk="1" latinLnBrk="0" hangingPunct="1">
        <a:defRPr sz="1579" kern="1200">
          <a:solidFill>
            <a:schemeClr val="tx1"/>
          </a:solidFill>
          <a:latin typeface="+mn-lt"/>
          <a:ea typeface="+mn-ea"/>
          <a:cs typeface="+mn-cs"/>
        </a:defRPr>
      </a:lvl6pPr>
      <a:lvl7pPr marL="2405698" algn="l" defTabSz="801899" rtl="0" eaLnBrk="1" latinLnBrk="0" hangingPunct="1">
        <a:defRPr sz="1579" kern="1200">
          <a:solidFill>
            <a:schemeClr val="tx1"/>
          </a:solidFill>
          <a:latin typeface="+mn-lt"/>
          <a:ea typeface="+mn-ea"/>
          <a:cs typeface="+mn-cs"/>
        </a:defRPr>
      </a:lvl7pPr>
      <a:lvl8pPr marL="2806647" algn="l" defTabSz="801899" rtl="0" eaLnBrk="1" latinLnBrk="0" hangingPunct="1">
        <a:defRPr sz="1579" kern="1200">
          <a:solidFill>
            <a:schemeClr val="tx1"/>
          </a:solidFill>
          <a:latin typeface="+mn-lt"/>
          <a:ea typeface="+mn-ea"/>
          <a:cs typeface="+mn-cs"/>
        </a:defRPr>
      </a:lvl8pPr>
      <a:lvl9pPr marL="3207598" algn="l" defTabSz="801899" rtl="0" eaLnBrk="1" latinLnBrk="0" hangingPunct="1">
        <a:defRPr sz="157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9" userDrawn="1">
          <p15:clr>
            <a:srgbClr val="F26B43"/>
          </p15:clr>
        </p15:guide>
        <p15:guide id="2" pos="6342" userDrawn="1">
          <p15:clr>
            <a:srgbClr val="F26B43"/>
          </p15:clr>
        </p15:guide>
        <p15:guide id="3" orient="horz" pos="1764" userDrawn="1">
          <p15:clr>
            <a:srgbClr val="F26B43"/>
          </p15:clr>
        </p15:guide>
        <p15:guide id="4" orient="horz" pos="3824" userDrawn="1">
          <p15:clr>
            <a:srgbClr val="F26B43"/>
          </p15:clr>
        </p15:guide>
        <p15:guide id="5" orient="horz" pos="1202" userDrawn="1">
          <p15:clr>
            <a:srgbClr val="F26B43"/>
          </p15:clr>
        </p15:guide>
        <p15:guide id="6" orient="horz" pos="589" userDrawn="1">
          <p15:clr>
            <a:srgbClr val="F26B43"/>
          </p15:clr>
        </p15:guide>
        <p15:guide id="7" orient="horz" pos="433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DD6BF-C747-CFDF-4BC5-C9C0D89B0343}"/>
              </a:ext>
            </a:extLst>
          </p:cNvPr>
          <p:cNvSpPr>
            <a:spLocks noGrp="1"/>
          </p:cNvSpPr>
          <p:nvPr>
            <p:ph type="ctrTitle"/>
          </p:nvPr>
        </p:nvSpPr>
        <p:spPr/>
        <p:txBody>
          <a:bodyPr/>
          <a:lstStyle/>
          <a:p>
            <a:endParaRPr lang="fr-FR"/>
          </a:p>
        </p:txBody>
      </p:sp>
      <p:sp>
        <p:nvSpPr>
          <p:cNvPr id="3" name="Text Placeholder 2">
            <a:extLst>
              <a:ext uri="{FF2B5EF4-FFF2-40B4-BE49-F238E27FC236}">
                <a16:creationId xmlns:a16="http://schemas.microsoft.com/office/drawing/2014/main" id="{DC6EBE9A-6FBB-9544-3057-1AE868BE1083}"/>
              </a:ext>
            </a:extLst>
          </p:cNvPr>
          <p:cNvSpPr>
            <a:spLocks noGrp="1"/>
          </p:cNvSpPr>
          <p:nvPr>
            <p:ph type="body" sz="quarter" idx="13"/>
          </p:nvPr>
        </p:nvSpPr>
        <p:spPr/>
        <p:txBody>
          <a:bodyPr/>
          <a:lstStyle/>
          <a:p>
            <a:endParaRPr lang="fr-FR"/>
          </a:p>
        </p:txBody>
      </p:sp>
      <p:pic>
        <p:nvPicPr>
          <p:cNvPr id="6" name="Picture Placeholder 5" descr="Path winding through a grassy field">
            <a:extLst>
              <a:ext uri="{FF2B5EF4-FFF2-40B4-BE49-F238E27FC236}">
                <a16:creationId xmlns:a16="http://schemas.microsoft.com/office/drawing/2014/main" id="{45332B0D-0EBE-E6CF-FB7E-7F06AF86B2E8}"/>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26434" r="26434"/>
          <a:stretch/>
        </p:blipFill>
        <p:spPr/>
      </p:pic>
    </p:spTree>
    <p:extLst>
      <p:ext uri="{BB962C8B-B14F-4D97-AF65-F5344CB8AC3E}">
        <p14:creationId xmlns:p14="http://schemas.microsoft.com/office/powerpoint/2010/main" val="525766253"/>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5362758"/>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89535643"/>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10.0.17763.0"/>
  <p:tag name="AS_RELEASE_DATE" val="2022.02.14"/>
  <p:tag name="AS_TITLE" val="Aspose.Slides for .NET 4.0"/>
  <p:tag name="AS_VERSION" val="22.2"/>
  <p:tag name="BOTTOMMARGIN" val="41,3"/>
  <p:tag name="COLUMNSGUTTER" val="5,4"/>
  <p:tag name="COLUMNSNUMBER" val="1"/>
  <p:tag name="LEFTMARGIN" val="18,5"/>
  <p:tag name="MARGINSIZEUNIT" val="mm"/>
  <p:tag name="RIGHTMARGIN" val="17,3"/>
  <p:tag name="ROWSGUTTER" val="5,4"/>
  <p:tag name="ROWSNUMBER" val="1"/>
  <p:tag name="TEMPLATEFULLNAMETAG" val="Syz Template Selector"/>
  <p:tag name="TEMPLATESHORTNAMETAG" val="Syz Template Selector"/>
  <p:tag name="THINKCELLUNDODONOTDELETE" val="0"/>
  <p:tag name="TOPMARGIN" val="77,8"/>
  <p:tag name="UNIQUEMARGIN" val="False"/>
  <p:tag name="UPSLIDE" val="Ban02538_Syz_05-30-2022"/>
  <p:tag name="UPSLIDEPRINTFACINGPAGESDESIGN" val="SYZ"/>
  <p:tag name="UPSLIDEPRINTFACINGPAGESLAYOUT" val="Cover"/>
  <p:tag name="UPSLIDETOCALGOID" val="Standard"/>
  <p:tag name="UPSLIDETOCMASTERID" val="SYZ - New Branding 202112 16 2020"/>
  <p:tag name="UPSLIDETOCMASTERLASTEDITIONDATE" val="637515950111483232"/>
  <p:tag name="UPSLIDETOCMASTERNAME" val="SYZ - New Branding 2021"/>
  <p:tag name="UPSLIDETOCOPTIONS" val="&lt;?xml version=&quot;1.0&quot; encoding=&quot;utf-16&quot;?&gt;&#10;&lt;TocContentOptions xmlns:xsd=&quot;http://www.w3.org/2001/XMLSchema&quot; xmlns:xsi=&quot;http://www.w3.org/2001/XMLSchema-instance&quot;&gt;&#10;  &lt;TocSlidesOptions&gt;&#10;    &lt;ContainsSubSectionTitles&gt;true&lt;/ContainsSubSectionTitles&gt;&#10;    &lt;ContainsSlideTitles&gt;false&lt;/ContainsSlideTitles&gt;&#10;    &lt;ContainsParentLessSlidesTitles&gt;false&lt;/ContainsParentLessSlidesTitles&gt;&#10;    &lt;ContainsPrentLessSubsections&gt;false&lt;/ContainsPrentLessSubsections&gt;&#10;    &lt;ContainsAppendix&gt;true&lt;/ContainsAppendix&gt;&#10;    &lt;ContainsUnNumberedSections&gt;true&lt;/ContainsUnNumberedSections&gt;&#10;    &lt;SlideTitle /&gt;&#10;  &lt;/TocSlidesOptions&gt;&#10;  &lt;SectionSlideOptions&gt;&#10;    &lt;ContainsOwnSubSection&gt;true&lt;/ContainsOwnSubSection&gt;&#10;    &lt;ContainsOwnSlide&gt;false&lt;/ContainsOwnSlide&gt;&#10;    &lt;ContainsOtherSections&gt;true&lt;/ContainsOtherSections&gt;&#10;    &lt;ContainsOthersSubsection&gt;false&lt;/ContainsOthersSubsection&gt;&#10;    &lt;containsAppendix&gt;true&lt;/containsAppendix&gt;&#10;    &lt;containsUnnumberedSections&gt;true&lt;/containsUnnumberedSections&gt;&#10;    &lt;SlideTitle /&gt;&#10;  &lt;/SectionSlideOptions&gt;&#10;  &lt;SubSectionSlideOptions&gt;&#10;    &lt;ContainsOtherSubsections&gt;false&lt;/ContainsOtherSubsections&gt;&#10;    &lt;ContainsOwnSlides&gt;false&lt;/ContainsOwnSlides&gt;&#10;    &lt;ContainsParentSection&gt;false&lt;/ContainsParentSection&gt;&#10;    &lt;ContainsOtherSections&gt;false&lt;/ContainsOtherSections&gt;&#10;    &lt;containsAppendix&gt;false&lt;/containsAppendix&gt;&#10;    &lt;containsUnnumberedSections&gt;false&lt;/containsUnnumberedSections&gt;&#10;    &lt;SlideTitle /&gt;&#10;  &lt;/SubSectionSlideOptions&gt;&#10;  &lt;UsedSlideLayouts&gt;&#10;    &lt;TocSlidesLayout&gt;&#10;      &lt;DesignName&gt;SYZ&lt;/DesignName&gt;&#10;      &lt;LayoutName&gt;Agenda&lt;/LayoutName&gt;&#10;    &lt;/TocSlidesLayout&gt;&#10;    &lt;SectionLayout&gt;&#10;      &lt;DesignName&gt;SYZ&lt;/DesignName&gt;&#10;      &lt;LayoutName&gt;Agenda&lt;/LayoutName&gt;&#10;    &lt;/SectionLayout&gt;&#10;    &lt;SubsectionLayout&gt;&#10;      &lt;DesignName&gt;SYZ&lt;/DesignName&gt;&#10;      &lt;LayoutName&gt;Agenda&lt;/LayoutName&gt;&#10;    &lt;/SubsectionLayout&gt;&#10;    &lt;AppendixLayout&gt;&#10;      &lt;DesignName /&gt;&#10;      &lt;LayoutName /&gt;&#10;    &lt;/AppendixLayout&gt;&#10;    &lt;TitleSliLayout&gt;&#10;      &lt;DesignName&gt;SYZ&lt;/DesignName&gt;&#10;      &lt;LayoutName&gt;Cover (Default)&lt;/LayoutName&gt;&#10;    &lt;/TitleSliLayout&gt;&#10;  &lt;/UsedSlideLayouts&gt;&#10;  &lt;ActiveReminders&gt;&#10;    &lt;MigrationVersion&gt;6.8.22.1&lt;/MigrationVersion&gt;&#10;  &lt;/ActiveReminders&gt;&#10;  &lt;HardRefreshRequired&gt;true&lt;/HardRefreshRequired&gt;&#10;  &lt;CustomAlgoOptions&gt;&#10;    &lt;CustomBaseAlgoOptions&gt;&#10;      &lt;UseSlideTitleAsSubSectionMarker&gt;false&lt;/UseSlideTitleAsSubSectionMarker&gt;&#10;      &lt;SlideTitleAsSectionMarker&gt;&#10;        &lt;UseTitleAsReminder&gt;false&lt;/UseTitleAsReminder&gt;&#10;      &lt;/SlideTitleAsSectionMarker&gt;&#10;      &lt;ShowSectionNums&gt;true&lt;/ShowSectionNums&gt;&#10;      &lt;ShowSlideIndex&gt;false&lt;/ShowSlideIndex&gt;&#10;      &lt;myColorOfNonCurrentItems&gt;&#10;        &lt;UseFixedColor&gt;true&lt;/UseFixedColor&gt;&#10;        &lt;R&gt;167&lt;/R&gt;&#10;        &lt;G&gt;168&lt;/G&gt;&#10;        &lt;B&gt;169&lt;/B&gt;&#10;      &lt;/myColorOfNonCurrentItems&gt;&#10;      &lt;currentItemFormat&gt;&#10;        &lt;UseBanner&gt;false&lt;/UseBanner&gt;&#10;        &lt;BannerFillR&gt;0&lt;/BannerFillR&gt;&#10;        &lt;BannerFillG&gt;0&lt;/BannerFillG&gt;&#10;        &lt;BannerFillB&gt;0&lt;/BannerFillB&gt;&#10;        &lt;ForceBold&gt;true&lt;/ForceBold&gt;&#10;        &lt;ApplyToSubSections&gt;true&lt;/ApplyToSubSections&gt;&#10;        &lt;ApplyToSectionsOnSubSectionDividers&gt;true&lt;/ApplyToSectionsOnSubSectionDividers&gt;&#10;        &lt;UseSubSecSpecificBanner&gt;false&lt;/UseSubSecSpecificBanner&gt;&#10;        &lt;SubSecBannerFillR&gt;0&lt;/SubSecBannerFillR&gt;&#10;        &lt;SubSecBannerFillG&gt;0&lt;/SubSecBannerFillG&gt;&#10;        &lt;SubSecBannerFillB&gt;0&lt;/SubSecBannerFillB&gt;&#10;      &lt;/currentItemFormat&gt;&#10;      &lt;nonCurrentItemAttenuation&gt;&#10;        &lt;Shading&gt;0&lt;/Shading&gt;&#10;      &lt;/nonCurrentItemAttenuation&gt;&#10;      &lt;ForceDisplayTOCOnTwocolumns&gt;false&lt;/ForceDisplayTOCOnTwocolumns&gt;&#10;      &lt;DisplayTOCOnTwocolumns&gt;false&lt;/DisplayTOCOnTwocolumns&gt;&#10;      &lt;Scripts&gt;&#10;        &lt;BeforeSubSecTitle /&gt;&#10;        &lt;BeforeSlideIndex /&gt;&#10;        &lt;AfterSecNum /&gt;&#10;        &lt;BeforeSecNum&gt;0&lt;/BeforeSecNum&gt;&#10;        &lt;AfterSubSecNum /&gt;&#10;        &lt;BeforeSubSecNum&gt;0&lt;/BeforeSubSecNum&gt;&#10;      &lt;/Scripts&gt;&#10;      &lt;Lines&gt;&#10;        &lt;UseLineBelowSections&gt;false&lt;/UseLineBelowSections&gt;&#10;        &lt;LineBelowSection&gt;&#10;          &lt;XOffset&gt;0&lt;/XOffset&gt;&#10;          &lt;YOffset&gt;0&lt;/YOffset&gt;&#10;          &lt;Weight&gt;0&lt;/Weight&gt;&#10;          &lt;R&gt;0&lt;/R&gt;&#10;          &lt;G&gt;0&lt;/G&gt;&#10;          &lt;B&gt;0&lt;/B&gt;&#10;          &lt;LineStyle&gt;1&lt;/LineStyle&gt;&#10;        &lt;/LineBelowSection&gt;&#10;      &lt;/Lines&gt;&#10;      &lt;ManVerticalSpacing&gt;&#10;        &lt;UseManualSpacing&gt;true&lt;/UseManualSpacing&gt;&#10;        &lt;ManualSpacing&gt;&#10;          &lt;SpaceBeforeSections&gt;4.25&lt;/SpaceBeforeSections&gt;&#10;          &lt;SpaceBeforeSubSections&gt;3&lt;/SpaceBeforeSubSections&gt;&#10;          &lt;SpaceBeforeSlides&gt;3&lt;/SpaceBeforeSlides&gt;&#10;        &lt;/ManualSpacing&gt;&#10;        &lt;ManualSpacingSections&gt;&#10;          &lt;SpaceBeforeSections&gt;4.25&lt;/SpaceBeforeSections&gt;&#10;          &lt;SpaceBeforeSubSections&gt;3&lt;/SpaceBeforeSubSections&gt;&#10;          &lt;SpaceBeforeSlides&gt;3&lt;/SpaceBeforeSlides&gt;&#10;        &lt;/ManualSpacingSections&gt;&#10;        &lt;ManualSpacingSubSections&gt;&#10;          &lt;SpaceBeforeSections&gt;18.1855736&lt;/SpaceBeforeSections&gt;&#10;          &lt;SpaceBeforeSubSections&gt;12.1237164&lt;/SpaceBeforeSubSections&gt;&#10;          &lt;SpaceBeforeSlides&gt;6.061858&lt;/SpaceBeforeSlides&gt;&#10;        &lt;/ManualSpacingSubSections&gt;&#10;        &lt;UseSpecificSpacingForSecDivider&gt;true&lt;/UseSpecificSpacingForSecDivider&gt;&#10;        &lt;UseSpecificSpacingForSubSecDivider&gt;false&lt;/UseSpecificSpacingForSubSecDivider&gt;&#10;      &lt;/ManVerticalSpacing&gt;&#10;    &lt;/CustomBaseAlgoOptions&gt;&#10;  &lt;/CustomAlgoOptions&gt;&#10;  &lt;UserPresentationOptions&gt;&#10;    &lt;SubSectionsHaveSlide xsi:nil=&quot;true&quot; /&gt;&#10;    &lt;SectionDividersContainOwnSubSections xsi:nil=&quot;true&quot; /&gt;&#10;    &lt;SectionDividersContainOwnSlideTitles xsi:nil=&quot;true&quot; /&gt;&#10;    &lt;SubSectionDividersContainOwnSlideTitles xsi:nil=&quot;true&quot; /&gt;&#10;    &lt;TOCSlidesContainSubsectionTitles xsi:nil=&quot;true&quot; /&gt;&#10;    &lt;TOCSlidesContainSlideTitles xsi:nil=&quot;true&quot; /&gt;&#10;    &lt;DisplayRemindersOnSlides&gt;true&lt;/DisplayRemindersOnSlides&gt;&#10;    &lt;SectionsHaveSlide&gt;true&lt;/SectionsHaveSlide&gt;&#10;    &lt;DoNotCountHiddenSlidesInPagination&gt;false&lt;/DoNotCountHiddenSlidesInPagination&gt;&#10;  &lt;/UserPresentationOptions&gt;&#10;  &lt;XmlSubSectionsHaveSlide&gt;false&lt;/XmlSubSectionsHaveSlide&gt;&#10;  &lt;AllowDuplicateTitleSlides&gt;true&lt;/AllowDuplicateTitleSlides&gt;&#10;  &lt;ShowEmptySlideTitles&gt;false&lt;/ShowEmptySlideTitles&gt;&#10;  &lt;NumberingOption&gt;&#10;    &lt;NumType&gt;FullArabic&lt;/NumType&gt;&#10;  &lt;/NumberingOption&gt;&#10;  &lt;NumberingOptionForAppendix&gt;&#10;    &lt;NumType&gt;FullArabic&lt;/NumType&gt;&#10;  &lt;/NumberingOptionForAppendix&gt;&#10;&lt;/TocContentOptions&gt;"/>
  <p:tag name="UPSLIDEVERSION" val="6.8.22.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YZ">
  <a:themeElements>
    <a:clrScheme name="Syz 2024">
      <a:dk1>
        <a:srgbClr val="000000"/>
      </a:dk1>
      <a:lt1>
        <a:srgbClr val="FFFFFF"/>
      </a:lt1>
      <a:dk2>
        <a:srgbClr val="202945"/>
      </a:dk2>
      <a:lt2>
        <a:srgbClr val="FFC545"/>
      </a:lt2>
      <a:accent1>
        <a:srgbClr val="79D6FF"/>
      </a:accent1>
      <a:accent2>
        <a:srgbClr val="3BAF90"/>
      </a:accent2>
      <a:accent3>
        <a:srgbClr val="FFA400"/>
      </a:accent3>
      <a:accent4>
        <a:srgbClr val="FF6C0E"/>
      </a:accent4>
      <a:accent5>
        <a:srgbClr val="AC5D85"/>
      </a:accent5>
      <a:accent6>
        <a:srgbClr val="4B5F80"/>
      </a:accent6>
      <a:hlink>
        <a:srgbClr val="FF6C0E"/>
      </a:hlink>
      <a:folHlink>
        <a:srgbClr val="79D6FF"/>
      </a:folHlink>
    </a:clrScheme>
    <a:fontScheme name="SYZ 2021">
      <a:majorFont>
        <a:latin typeface="Nunito Sans ExtraBold"/>
        <a:ea typeface="Nunito Sans ExtraBold"/>
        <a:cs typeface="Arial"/>
      </a:majorFont>
      <a:minorFont>
        <a:latin typeface="Nunito Sans"/>
        <a:ea typeface="Nunito Sans"/>
        <a:cs typeface="Arial"/>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square" lIns="0" tIns="0" rIns="0" bIns="0" rtlCol="0">
        <a:noAutofit/>
      </a:bodyPr>
      <a:lstStyle>
        <a:defPPr algn="l">
          <a:defRPr sz="1400" dirty="0" err="1" smtClean="0"/>
        </a:defPPr>
      </a:lstStyle>
    </a:txDef>
  </a:objectDefaults>
  <a:extraClrSchemeLst/>
  <a:custClrLst>
    <a:custClr name="Yellow">
      <a:srgbClr val="FFA400"/>
    </a:custClr>
    <a:custClr name="Grey Blue">
      <a:srgbClr val="4B5F80"/>
    </a:custClr>
    <a:custClr name="Light Orange">
      <a:srgbClr val="FF8300"/>
    </a:custClr>
    <a:custClr name="Red">
      <a:srgbClr val="EE3B2A"/>
    </a:custClr>
    <a:custClr name="Pink">
      <a:srgbClr val="EB3F8E"/>
    </a:custClr>
    <a:custClr name="Blue Violet">
      <a:srgbClr val="7C83C7"/>
    </a:custClr>
    <a:custClr name="Mint">
      <a:srgbClr val="00CEB0"/>
    </a:custClr>
    <a:custClr name="Gold">
      <a:srgbClr val="AA9561"/>
    </a:custClr>
  </a:custClrLst>
  <a:extLst>
    <a:ext uri="{05A4C25C-085E-4340-85A3-A5531E510DB2}">
      <thm15:themeFamily xmlns:thm15="http://schemas.microsoft.com/office/thememl/2012/main" name="Presentation1" id="{B3B8F48F-1018-4A2D-8D2B-9C960F482D4D}" vid="{D40E8840-519A-42E4-95FC-493740DADA0F}"/>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6D1D05210C2F64187D216D26E3F0B6F" ma:contentTypeVersion="14" ma:contentTypeDescription="Create a new document." ma:contentTypeScope="" ma:versionID="b4cfa6d9fdd4a2e4307bb8fd413d16ec">
  <xsd:schema xmlns:xsd="http://www.w3.org/2001/XMLSchema" xmlns:xs="http://www.w3.org/2001/XMLSchema" xmlns:p="http://schemas.microsoft.com/office/2006/metadata/properties" xmlns:ns1="http://schemas.microsoft.com/sharepoint/v3" xmlns:ns2="dd2fe0a4-d3ef-4bed-b6e7-3a585006b1c3" targetNamespace="http://schemas.microsoft.com/office/2006/metadata/properties" ma:root="true" ma:fieldsID="1f886a3054b7d63501bf347a79a4f3df" ns1:_="" ns2:_="">
    <xsd:import namespace="http://schemas.microsoft.com/sharepoint/v3"/>
    <xsd:import namespace="dd2fe0a4-d3ef-4bed-b6e7-3a585006b1c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ServiceOCR" minOccurs="0"/>
                <xsd:element ref="ns2:MediaLengthInSeconds" minOccurs="0"/>
                <xsd:element ref="ns1:_ip_UnifiedCompliancePolicyProperties" minOccurs="0"/>
                <xsd:element ref="ns1:_ip_UnifiedCompliancePolicyUIAction" minOccurs="0"/>
                <xsd:element ref="ns2:MediaServiceLocation"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d2fe0a4-d3ef-4bed-b6e7-3a585006b1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MediaLengthInSeconds" ma:hidden="true" ma:internalName="MediaLengthInSeconds" ma:readOnly="true">
      <xsd:simpleType>
        <xsd:restriction base="dms:Unknown"/>
      </xsd:simpleType>
    </xsd:element>
    <xsd:element name="MediaServiceLocation" ma:index="18" nillable="true" ma:displayName="Location" ma:description="" ma:indexed="true"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7db05547-f467-46b2-afe8-b2299a9b6da0"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dd2fe0a4-d3ef-4bed-b6e7-3a585006b1c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79325FC-7DD1-46F3-BA35-F1155CED6762}">
  <ds:schemaRefs>
    <ds:schemaRef ds:uri="http://schemas.microsoft.com/sharepoint/v3/contenttype/forms"/>
  </ds:schemaRefs>
</ds:datastoreItem>
</file>

<file path=customXml/itemProps2.xml><?xml version="1.0" encoding="utf-8"?>
<ds:datastoreItem xmlns:ds="http://schemas.openxmlformats.org/officeDocument/2006/customXml" ds:itemID="{CE8252FF-B06B-43A8-8AF6-570744A286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d2fe0a4-d3ef-4bed-b6e7-3a585006b1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4C4076E-6B4E-457A-9634-0B8020DC6A3B}">
  <ds:schemaRefs>
    <ds:schemaRef ds:uri="2bae1e25-2039-43c7-99e3-ba451cc96d11"/>
    <ds:schemaRef ds:uri="http://schemas.microsoft.com/office/2006/documentManagement/types"/>
    <ds:schemaRef ds:uri="http://purl.org/dc/elements/1.1/"/>
    <ds:schemaRef ds:uri="http://schemas.microsoft.com/office/2006/metadata/properties"/>
    <ds:schemaRef ds:uri="http://schemas.openxmlformats.org/package/2006/metadata/core-properties"/>
    <ds:schemaRef ds:uri="http://www.w3.org/XML/1998/namespace"/>
    <ds:schemaRef ds:uri="http://purl.org/dc/dcmitype/"/>
    <ds:schemaRef ds:uri="http://purl.org/dc/terms/"/>
    <ds:schemaRef ds:uri="http://schemas.microsoft.com/office/infopath/2007/PartnerControls"/>
    <ds:schemaRef ds:uri="7b3cf194-e417-4629-a708-d69e38b910d4"/>
    <ds:schemaRef ds:uri="http://schemas.microsoft.com/sharepoint/v3"/>
    <ds:schemaRef ds:uri="dd2fe0a4-d3ef-4bed-b6e7-3a585006b1c3"/>
  </ds:schemaRefs>
</ds:datastoreItem>
</file>

<file path=docMetadata/LabelInfo.xml><?xml version="1.0" encoding="utf-8"?>
<clbl:labelList xmlns:clbl="http://schemas.microsoft.com/office/2020/mipLabelMetadata">
  <clbl:label id="{d026e4c1-5892-497a-b9da-ee493c9f0364}" enabled="0" method="" siteId="{d026e4c1-5892-497a-b9da-ee493c9f0364}" removed="1"/>
</clbl:labelList>
</file>

<file path=docProps/app.xml><?xml version="1.0" encoding="utf-8"?>
<Properties xmlns="http://schemas.openxmlformats.org/officeDocument/2006/extended-properties" xmlns:vt="http://schemas.openxmlformats.org/officeDocument/2006/docPropsVTypes">
  <Template>blank</Template>
  <TotalTime>0</TotalTime>
  <Words>0</Words>
  <Application>Microsoft Office PowerPoint</Application>
  <PresentationFormat>Custom</PresentationFormat>
  <Paragraphs>0</Paragraphs>
  <Slides>3</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vt:i4>
      </vt:variant>
    </vt:vector>
  </HeadingPairs>
  <TitlesOfParts>
    <vt:vector size="13" baseType="lpstr">
      <vt:lpstr>Maison Neue Light Italic</vt:lpstr>
      <vt:lpstr>Arial</vt:lpstr>
      <vt:lpstr>Calibri</vt:lpstr>
      <vt:lpstr>Cambria</vt:lpstr>
      <vt:lpstr>Nunito</vt:lpstr>
      <vt:lpstr>Nunito Sans</vt:lpstr>
      <vt:lpstr>Nunito Sans ExtraBold</vt:lpstr>
      <vt:lpstr>Wingdings 3</vt:lpstr>
      <vt:lpstr>SYZ</vt:lpstr>
      <vt:lpstr>think-cell Slide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cp:lastPrinted>2024-09-04T14:35:26Z</cp:lastPrinted>
  <dcterms:created xsi:type="dcterms:W3CDTF">2026-09-22T11:47:42Z</dcterms:created>
  <dcterms:modified xsi:type="dcterms:W3CDTF">2026-09-22T11:49:25Z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0x01010036D1D05210C2F64187D216D26E3F0B6F</vt:lpwstr>
  </property>
  <property fmtid="{D5CDD505-2E9C-101B-9397-08002B2CF9AE}" pid="3" name="LINKTEK-CHUNK-1">
    <vt:lpwstr>010021{"F":2,"I":"51FC-251D-9A34-0BAC"}</vt:lpwstr>
  </property>
  <property fmtid="{D5CDD505-2E9C-101B-9397-08002B2CF9AE}" pid="4" name="MediaServiceImageTags">
    <vt:lpwstr/>
  </property>
  <property fmtid="{D5CDD505-2E9C-101B-9397-08002B2CF9AE}" pid="5" name="MSIP_Label_0a1a20d1-d9ec-454a-bae3-fbfdced94e84_ActionId">
    <vt:lpwstr>99d58f59-bc11-4a83-9639-92b884b394e5</vt:lpwstr>
  </property>
  <property fmtid="{D5CDD505-2E9C-101B-9397-08002B2CF9AE}" pid="6" name="MSIP_Label_0a1a20d1-d9ec-454a-bae3-fbfdced94e84_ContentBits">
    <vt:lpwstr>0</vt:lpwstr>
  </property>
  <property fmtid="{D5CDD505-2E9C-101B-9397-08002B2CF9AE}" pid="7" name="MSIP_Label_0a1a20d1-d9ec-454a-bae3-fbfdced94e84_Enabled">
    <vt:lpwstr>true</vt:lpwstr>
  </property>
  <property fmtid="{D5CDD505-2E9C-101B-9397-08002B2CF9AE}" pid="8" name="MSIP_Label_0a1a20d1-d9ec-454a-bae3-fbfdced94e84_Method">
    <vt:lpwstr>Privileged</vt:lpwstr>
  </property>
  <property fmtid="{D5CDD505-2E9C-101B-9397-08002B2CF9AE}" pid="9" name="MSIP_Label_0a1a20d1-d9ec-454a-bae3-fbfdced94e84_Name">
    <vt:lpwstr>C0-Public</vt:lpwstr>
  </property>
  <property fmtid="{D5CDD505-2E9C-101B-9397-08002B2CF9AE}" pid="10" name="MSIP_Label_0a1a20d1-d9ec-454a-bae3-fbfdced94e84_SetDate">
    <vt:lpwstr>2024-11-06T14:01:58Z</vt:lpwstr>
  </property>
  <property fmtid="{D5CDD505-2E9C-101B-9397-08002B2CF9AE}" pid="11" name="MSIP_Label_0a1a20d1-d9ec-454a-bae3-fbfdced94e84_SiteId">
    <vt:lpwstr>00137d3d-3556-4d89-bdd6-8cf30cc386e2</vt:lpwstr>
  </property>
  <property fmtid="{D5CDD505-2E9C-101B-9397-08002B2CF9AE}" pid="12" name="MSIP_Label_c4f60076-b082-445a-b1ef-a2dfddfd9d55_ActionId">
    <vt:lpwstr>91272aa2-e663-4e06-96ff-f506c65a425d</vt:lpwstr>
  </property>
  <property fmtid="{D5CDD505-2E9C-101B-9397-08002B2CF9AE}" pid="13" name="MSIP_Label_c4f60076-b082-445a-b1ef-a2dfddfd9d55_ContentBits">
    <vt:lpwstr>0</vt:lpwstr>
  </property>
  <property fmtid="{D5CDD505-2E9C-101B-9397-08002B2CF9AE}" pid="14" name="MSIP_Label_c4f60076-b082-445a-b1ef-a2dfddfd9d55_Enabled">
    <vt:lpwstr>true</vt:lpwstr>
  </property>
  <property fmtid="{D5CDD505-2E9C-101B-9397-08002B2CF9AE}" pid="15" name="MSIP_Label_c4f60076-b082-445a-b1ef-a2dfddfd9d55_Method">
    <vt:lpwstr>Standard</vt:lpwstr>
  </property>
  <property fmtid="{D5CDD505-2E9C-101B-9397-08002B2CF9AE}" pid="16" name="MSIP_Label_c4f60076-b082-445a-b1ef-a2dfddfd9d55_Name">
    <vt:lpwstr>C2-Confidential</vt:lpwstr>
  </property>
  <property fmtid="{D5CDD505-2E9C-101B-9397-08002B2CF9AE}" pid="17" name="MSIP_Label_c4f60076-b082-445a-b1ef-a2dfddfd9d55_SetDate">
    <vt:lpwstr>2023-03-14T08:09:43Z</vt:lpwstr>
  </property>
  <property fmtid="{D5CDD505-2E9C-101B-9397-08002B2CF9AE}" pid="18" name="MSIP_Label_c4f60076-b082-445a-b1ef-a2dfddfd9d55_SiteId">
    <vt:lpwstr>7460684c-d2b3-4e8d-b436-2d0df6ff5988</vt:lpwstr>
  </property>
  <property fmtid="{D5CDD505-2E9C-101B-9397-08002B2CF9AE}" pid="19" name="Order">
    <vt:r8>100</vt:r8>
  </property>
</Properties>
</file>